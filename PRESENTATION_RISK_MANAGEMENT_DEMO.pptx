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 Light"/>
              </a:rPr>
              <a:t>Risk Cartography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0D4FF"/>
                </a:solidFill>
                <a:latin typeface="Calibri"/>
              </a:rPr>
              <a:t>AFA &amp; Sapin II Compliance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🎯 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What We Deliver: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🤖 AI Validation Agent — Pre-processing data quality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Automated risk cartography analysis aligned with AFA/Sapin II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Interactive HTML dashboards for real-time risk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PowerBI-ready exports for enterprise reporting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Multi-entity consolidation with drill-down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AI Differentiator: Catch errors BEFORE they become insights 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Demo Data: 8 entities × 32 risks = 256 risk scenarios analyzed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📋 Regulatory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Sapin II Law (Article 17) - 8 Pillars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Pillar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Coverage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1️⃣ Risk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Full cartography with P×I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2️⃣ Code of Conduct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Risk scenarios linked to policies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3️⃣ Whistleblowing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Alert thresholds configured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4️⃣ Third-Party Evaluation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Category-based risk assessment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5️⃣ Accounting Controls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Financial risk category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6️⃣ Training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Risk awareness metrics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7️⃣ Disciplinary Sanctions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Consequence framework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8️⃣ Internal Control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Control effectiveness measurement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091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AFA Compliance: Methodology follows official AFA guidelines for corruption risk mapping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🔬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Risk Scoring Formula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7295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94415" cy="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Risk Score = Probability × Impact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5740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Minor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Unlikely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Likely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Major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Very Likely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Risk Level Classification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29768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 Range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 Required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🟢 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🟡 Moderate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4-6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Control Review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🟠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8-9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Action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12-16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Immediate 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📊 Dashboard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1. Global Dashboard 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KPI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Total risks, Critical count, High count, Mitigation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Heat Matrix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4×4 Sapin II compliant matrix (Gross &amp; Residual)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Chart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Distribution by level, category, 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AFA Compliance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Control coverage, effectiveness, urgency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2. Entity Drill-Down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862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Click any entity → dedicated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Filtered risk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7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Entity-specific KPIs and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1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Category radar comparison (Gross vs Residual)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66359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3. Interactive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2355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Dark/Light theme toggle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4359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Sortable &amp; searchable risk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6363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Click-to-filter functionality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📈 Key Metrics Computed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Summary Statistics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((Gross - Residual) / Gross) ×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Measures control effectiveness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Mitigation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(Improved / Total) × 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% of risks reduced by controls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Urgency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Weighted priority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Critical×4 + High×2 + Moderate×1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Control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(Documented / Total) × 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Sapin II compliance indicator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Advanced Analytics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8620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Analysis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Herfindahl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concentration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Control Gap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Identifies ineffective controls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Trends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Period-over-period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Pillar Compliance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Per-pillar Sapin II scoring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💼 PowerBI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Exported Files Ready for Import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powerbi_risk_data.csv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Complete risk registry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Main data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powerbi_entity_summary.csv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Entity-level KPIs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Entity 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powerbi_category_summary.csv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Category breakdown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Process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powerbi_risk_matrix.csv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Matrix cell counts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Heat map visual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powerbi_afa_compliance.csv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Compliance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Scorecard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powerbi_analysis.json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 analysis object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Advanced dashboards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risk_analysis_report.xlsx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Excel with 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Offline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389120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 Plug-and-play with existing PowerBI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✨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For Compliance Teams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Automated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Save 80% of manual cartography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AFA-Aligned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Pre-built compliance with regulatory standards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Audit-Ready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Exportable evidence for AFA inspections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Real-Time Visibility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Instant KPIs vs. quarterly reports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For Management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8620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Executive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Key insights in 30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Entity 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Identify highest-risk units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Control Effectiveness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ROI on mitigation investments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Drill-Down Capability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From overview to detail in 1 click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For IT/Data Teams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12648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HTML runs in any browser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PowerBI Native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CSV exports ready for import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Scalable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Add entities without code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Configuration-Driven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JSON files for customization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🔧 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┌─────────────────────────────────────────────────────────────┐
│                    INPUT                                     │
│  Excel Files (1 per entity) with risk cartography data      │
└─────────────────────────────────────────────────────────────┘
                              │
                              ▼
┌─────────────────────────────────────────────────────────────┐
│              🤖 AI VALIDATION AGENT (NEW)                    │
│  • Duplicate Detection (Exact + Semantic)                    │
│  • Schema &amp; Score Validation                                 │
│  • Consistency Analysis + Auto-Corrections                   │
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🖥️ Demo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Global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Risk Heat Matrix (Gross vs Residual)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KPI summary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Risk distribution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Entity comparison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Entity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Dedicated view per business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Category radar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5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Top highest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39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Filtered risk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39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Interactive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3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Help tooltips with formula explanations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4067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Click-to-filter from any chart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1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Risk detail modal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80759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Theme toggle (dark/light)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📁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Phase 1: Dashboard Generation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Global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Consolidated view of all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Entity Dashboards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HTML × 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One per business unit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PowerBI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CSV/JSON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7 files for BI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Excel Report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XLSX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Formatted with charts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Phase 2: Customization (Optional)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86200"/>
          <a:ext cx="1127729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Label Translation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FR/EN/other language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Category Configuration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Custom risk categories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Scoring Adjustment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Client-specific thresholds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Branding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Logo, colors, fonts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PowerBI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Pre-built .pbix template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🏛️ Code Architecture &amp; Maintainability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Modular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7295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94415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lib/
├── config_loader.py    # Configuration management
├── data_loader.py      # Excel parsing &amp; validation
├── analyzer.py         # Risk analysis engine
├── html_generator.py   # Dashboard rendering
├── exporters.py        # PowerBI/Excel exports
└── main.py             # Orchestration entry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Each module is independent — modify one without breaking others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⚙️ Configuration-Driven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External JSON Configuration Files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Editable By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analysis_config.json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categories, thresholds, file paths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Business Analyst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dashboard_labels.json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UI text, chart titles, translations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Translator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dashboard_help.json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Tooltip content, formula explanations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089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Example: Adding a New 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11277295" cy="2057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094415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// analysis_config.json
{
  "categories": {
    "X": {
      "name": "New Category",
      "color": "#ff6b6b"
    }
  }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806440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 Zero code changes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📐 Clean Code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Key Characteristics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Principle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Single Responsibility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Each module handles one concern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DRY (Don't Repeat)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Shared utilities, no copy-paste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Type Hints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Python dataclasses for all structures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Docstrings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Every function documented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Error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Graceful failures with meaningful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49039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Code Quality Metrics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0624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Functions &lt; 50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Cyclomatic complexity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Test coverage potential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High (modular design)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Linting compliance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PEP8 / Black formatted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🔧 Easy Customization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What Can Be Changed Without Coding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Customization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Chart colors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Edit dashboard_labels.json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thresholds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Edit analysis_config.json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Help tooltips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Edit dashboard_help.json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Swap label files (FR/EN/ES)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Add entry to config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Entity names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Automatic from Excel file names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69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What Requires Minor Code Changes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526280"/>
          <a:ext cx="1127729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Customization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New chart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Add method in html_generator.py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New export format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Add method in exporters.py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Custom KPI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Add calculation in analyzer.py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989320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 Clear separation between config and logic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📊 Data Flow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Traceable Processing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7295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94415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Excel Input
    │
    ▼ data_loader.load_files()
DataFrame (raw)
    │
    ▼ analyzer.analyze()
RiskAnalysis (structured)
    │
    ├──▶ html_generator.generate() ──▶ HTML Dashboard
    ├──▶ exporters.export_csv()    ──▶ PowerBI Files
    └──▶ exporters.export_excel()  ──▶ Excel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Debugging &amp; Auditing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80060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Dataclass structures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Typed, inspectable objects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Logging throughout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 execution trace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Intermediate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JSON analysis dump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hidden transformations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What you see is what you 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🤖 AI-Powered Data Quality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The Challenge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Pain Points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Business Impact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Manual data entry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Incorrect risk scores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Duplicate risk scenarios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Inflated risk counts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Inconsistent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Unreliable comparisons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Missing mandatory fields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Incomplete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Late error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Rework &amp; delays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749039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 Data quality issues undermine the entire risk cartography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🧠 Intelligent Validation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Agent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7295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9441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┌─────────────────────────────────────────────────────────────┐
│                    AI VALIDATION AGENT                       │
├─────────────────────────────────────────────────────────────┤
│  📥 INPUT          │  🔍 ANALYSIS       │  📤 OUTPUT         │
│  Excel files       │  Pattern detection │  Validation report │
│  Risk scenarios    │  Anomaly scoring   │  Correction hints  │
│  Historical data   │  NLP understanding │  Quality score     │
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🔍 Agent Features - Data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1. Structure Validation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Auto-Fix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Missing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Detect empty mandatory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⚠️ Alert + suggestion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Invalid Scores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 or I outside 1-4 range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Clamp to valid range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Format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Wrong data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Auto-convert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Schema Compliance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Required columns present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⚠️ Template guidance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2. Semantic Validation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8620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Capability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ID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Validates A1, B2, C3...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Category Consistency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Matches ID prefix to category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Score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Flags Residual &gt; Gross anomalies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Probability Coherence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Cross-validates similar scenarios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🔄 Agent Features - Duplication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Duplicate Identification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Detection Method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Exact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Hash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Fuzzy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Levenshtein distance (&gt;85% similarity)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Semantic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Embedding similarity (NLP)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Cross-Entity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Same risk in multiple files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Example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86200"/>
            <a:ext cx="11277295" cy="2057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11094415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⚠️ POTENTIAL DUPLICATES DETECTED
Risk A3 (Entity_ABC1): "Procurement fraud via fake invoices"
Risk A2 (Entity_ABC5): "Fraudulent invoices in procurement" 
→ Similarity: 92% | Recommendation: MERGE or DIFFERENTIATE
Risk B1 (Entity_ABC2): "Gift to client for contract"
Risk B1 (Entity_ABC2): "Gift to client for contract"
→ EXACT DUPLICATE | Recommendation: REMOVE ROW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⚡ Agent Features - Consistency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Cross-Validation Rules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Alert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Score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Same scenario, different scores across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🟡 Review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Category Mismatch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ID prefix ≠ assigned category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🔴 Auto-correct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Probability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P=4 for "Rare" event 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🟡 NLP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Impact Scaling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I=1 for "Critical financial loss"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🟡 Suggest revision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Consistency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86200"/>
            <a:ext cx="11277295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1109441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Consistency Index = (Validated Rules / Total Rules) × 100
🟢 &gt; 95%  : Production Ready
🟡 85-95% : Review Recommended  
🔴 &lt; 85%  : Corrections Required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🚨 Agent Features - Alert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Real-Time Alerts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Alert Level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Missing entity or score column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Block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🟠 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&gt;10% duplicate scenarios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Manual review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🟡 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Score inconsistencies detected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Highlight in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🟢 INFO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Minor format corrections applied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Log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Alert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86200"/>
            <a:ext cx="11277295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11094415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┌────────────────────────────────────────────────────────┐
│  📊 DATA QUALITY REPORT - Entity_ABC1.xlsx             │
├────────────────────────────────────────────────────────┤
│  ✅ Structure:  PASS (32/32 records valid)             │
│  ⚠️ Duplicates: 2 potential matches (review needed)   │
│  ⚠️ Consistency: 3 score anomalies flagged            │
│  ✅ Completeness: 100% mandatory fields               │
│                                                        │
│  OVERALL QUALITY SCORE: 94/100 🟢                     │
│  RECOMMENDATION: Proceed with minor review            │
└────────────────────────────────────────────────────────┘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💡 Agent Features - Smart Corrections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AI-Suggested Fixes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 Detected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 Suggestion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"Probabilty" typo in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→ "Probability"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Score "3,5" (comma separator)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→ 4 (rounded)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Empty "Corrective Actions"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→ "Review required - no mitigation documented"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ID "a1" (lowercase)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→ "A1"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Impact = 5 (out of range)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→ 4 (clamped to max)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49039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Correction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112772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97679"/>
            <a:ext cx="1109441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1. Agent scans all input files
2. Issues categorized by severity
3. Auto-fix applied for safe corrections
4. Manual review queue for ambiguous cases
5. Correction report generated
6. User approves → Clean data for processing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🏗️ 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Technical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7295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9441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┌─────────────────────────────────────────────────────────────┐
│                      USER UPLOADS                            │
│                    Excel Risk Files                          │
└─────────────────────────────────────────────────────────────┘
                              │
                              ▼
┌─────────────────────────────────────────────────────────────┐
│                    AI VALIDATION AGENT                       │
│  ┌──────────────┐  ┌──────────────┐  ┌──────────────┐       │
│  │ Schema       │  │ NLP          │  │ Anomaly      │       │
│  │ Validator    │  │ Engine       │  │ Detector     │       │
│  │ (Rules)      │  │ (LLM/Embed)  │  │ (ML Model)   │       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📊 Agent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Qualitative Benefits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Agent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Agent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Error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Manual review (partial)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Automated (comprehensive)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Duplicate Prevention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Post-analysis discovery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Pre-processing catch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Rework Cycles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Multiple iterations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Minimized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Audit Confidence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High (full traceability)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Resource-dependent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Unlimited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49039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Key Differentiators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0624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Advantage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Pre-emptive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Errors caught before they affect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Consistency enforcement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Same rules applied across all entities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Every correction logged and traceable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Learning capability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Improves with usage patterns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🎯 Agent Capability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Tier 1: Core Validation (Available)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Schema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Exact duplicate detection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Ready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Score range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Basic auto-corrections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 Ready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Tier 2: AI Enhancement (Planned)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8620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Semantic duplicate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LLM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NLP score consistency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GPT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Predictive anomaly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ML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Natural language corrections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Generative 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Tier 3: Continuous Learning (Roadmap)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12648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Learn from user corrections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Feedback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Industry-specific rules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Domain adaptation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Multi-language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FR/EN/ES 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Integration APIs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REST endpoints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🤝 Agent + Dashboard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Seamless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7295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9441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D4FF"/>
                </a:solidFill>
                <a:latin typeface="Consolas"/>
              </a:rPr>
              <a:t>┌─────────────┐    ┌─────────────┐    ┌─────────────┐
│   UPLOAD    │───▶│  AI AGENT   │───▶│  DASHBOARD  │
│  Raw Excel  │    │  Validate   │    │  Visualize  │
│   Files     │    │  &amp; Clean    │    │  &amp; Analyze  │
└─────────────┘    └─────────────┘    └─────────────┘
                          │
                          ▼
                   ┌─────────────┐
                   │   QUALITY   │
                   │   REPORT    │
                   │  (Attached) │
                   └─────────────┘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Combined Deliverables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02920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 Quality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Pre-processing validation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Cleaned Data Files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Agent-corrected Excel files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Generated from validated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Audit Package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 traceability of corrections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💼 Complete Solution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What We Deliver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🤖 AI Validation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 quality assurance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📊 Interactive Dashboard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Real-time risk visualization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📈 PowerBI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Enterprise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📋 AFA Compliance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Regulatory alignment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293"/>
                </a:solidFill>
                <a:latin typeface="Calibri"/>
              </a:rPr>
              <a:t>Competitive Advantage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86200"/>
          <a:ext cx="1127729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Differentiator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AI-First Approach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Automation over manual processes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Pre-Validation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Catch errors before they propagate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Transparency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Every correction logged and auditable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Handle 10 or 1,000 entities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Minutes, not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💡 Why Choose This Solution?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Solution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Approach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Consistency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100% formula-based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Manual interpretation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Auditability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 traceability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Spreadsheet chaos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Unlimited entities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Resource-constrained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AFA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Custom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Updates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Re-run script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Rebuild from scratch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📞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Data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- Provide risk cartography Excel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- Define category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- Specify language preferences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- Review threshold 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- Customize labels and help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- Set branding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•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- Generate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- Provide PowerBI exports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59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- User training session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🎯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Delivered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🤖 AI Data Validation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AFA/Sapin II Compliance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Interactive HTML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Entity Drill-Down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Risk Heat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PowerBI Integration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Formula Transparency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Modular Code Architecture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JSON Configuration (No-Code)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72000"/>
            <a:ext cx="11277295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 AI-powered risk cartography solution with built-in data quality assurance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 Light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4155"/>
                </a:solidFill>
                <a:latin typeface="Calibri"/>
              </a:rPr>
              <a:t>*[Your contact information here]*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