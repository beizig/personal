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handoutMasters/handoutMaster1.xml" ContentType="application/vnd.openxmlformats-officedocument.presentationml.handoutMaster+xml"/>
  <Override PartName="/ppt/media/image3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99" r:id="rId4"/>
    <p:sldMasterId id="2147484331" r:id="rId5"/>
  </p:sldMasterIdLst>
  <p:notesMasterIdLst>
    <p:notesMasterId r:id="rId7"/>
  </p:notesMasterIdLst>
  <p:handoutMasterIdLst>
    <p:handoutMasterId r:id="rId8"/>
  </p:handoutMasterIdLst>
  <p:sldIdLst>
    <p:sldId id="2050095854" r:id="rId6"/>
  </p:sldIdLst>
  <p:sldSz cx="12192000" cy="6858000"/>
  <p:notesSz cx="7315200" cy="9601200"/>
  <p:custDataLst>
    <p:tags r:id="rId9"/>
  </p:custData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08B680C-A413-D629-1F23-B4F28168790E}" name="Blandin, Médéric" initials="" userId="S::mederic.blandin@accenture.com::c435f95f-5460-4584-a8dd-8da62dbe85f7" providerId="AD"/>
  <p188:author id="{5A412D2C-D99C-2E34-F4C2-00F40929EC0B}" name="Riaux, Carole" initials="RC" userId="S::carole.riaux@accenture.com::b7810a9f-5ad9-4a79-8c01-55fa66828f39" providerId="AD"/>
  <p188:author id="{21DC7D2F-C212-3FE2-5ADC-66F507C77132}" name="Joksic, Nicolas" initials="JN" userId="S::nicolas.joksic@accenture.com::a8f9005c-b35d-44c4-9cb6-6ffa8daa2472" providerId="AD"/>
  <p188:author id="{028E7C37-92D8-4A5B-38CD-DA7C8DD22F0F}" name="Romain LOYER" initials="RL" userId="S::romain.loyer@optimind.com::9e002b37-f820-4c1d-804b-70a62a05d9f7" providerId="AD"/>
  <p188:author id="{97E2294D-0FBC-7FB2-0897-EAE17ED819D6}" name="Gwladys KANGAH" initials="GK" userId="S::gwladys.kangah@optimind.com::0ac8f537-dc0a-41f6-bf48-75f3e3f0dea3" providerId="AD"/>
  <p188:author id="{932E187D-9449-2C7B-EBB6-EE718006FCF6}" name="Sebaoun, Nicolas" initials="SN" userId="S::nicolas.sebaoun@accenture.com::251701b3-2cc7-4284-878e-d476bff49218" providerId="AD"/>
  <p188:author id="{F52FE797-5AFF-F3C2-05E4-97F05D4F9F5B}" name="Estager, Marie" initials="EM" userId="S::marie.estager@accenture.com::9b871139-170d-4cff-95eb-7fc6db7414ca" providerId="AD"/>
  <p188:author id="{10718A98-9873-2433-3925-088700689451}" name="Maherault, Julie" initials="MJ" userId="S::julie.maherault@accenture.com::53b4c125-5496-41c7-8865-74c93e21cbb4" providerId="AD"/>
  <p188:author id="{214F109A-D9F8-E31C-ABB7-075074F59AA9}" name="Grelier, Jerome" initials="GJ" userId="S::jerome.grelier@accenture.com::425a68a5-6516-4997-9954-e508d991fc2d" providerId="AD"/>
  <p188:author id="{163C84A1-76CB-672E-A969-953DBF517C82}" name="Jordane GHAZANI" initials="JG" userId="S::jordane.ghazani@optimind.com::b3c548d3-2e47-47c1-b1a2-e0b218b1dddf" providerId="AD"/>
  <p188:author id="{CC5EA1AB-688A-E92E-76D8-FE81F1B2C1F5}" name="Sébastien MESLET" initials="SM" userId="S::sebastien.meslet@optimind.com::da1e2c51-725c-4b98-a224-c83fa7238723" providerId="AD"/>
  <p188:author id="{1F20A7C2-3F7D-B9C2-507A-73F33BDF8820}" name="Alain LE CORRE" initials="AL" userId="S::alain.lecorre@optimind.com::b0124495-d54b-4e3c-a7df-6cf75997765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E82FF"/>
    <a:srgbClr val="B455AA"/>
    <a:srgbClr val="7500C0"/>
    <a:srgbClr val="A100FF"/>
    <a:srgbClr val="DCAFFF"/>
    <a:srgbClr val="FFFFFF"/>
    <a:srgbClr val="C984FF"/>
    <a:srgbClr val="E6E6E6"/>
    <a:srgbClr val="A6A6A6"/>
    <a:srgbClr val="8787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7D3703-7D21-883E-1E65-B4CF1E9B89DF}" v="60" dt="2026-03-25T14:16:10.21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handoutMaster" Target="handoutMasters/handoutMaster1.xml"/><Relationship Id="rId9" Type="http://schemas.openxmlformats.org/officeDocument/2006/relationships/tags" Target="tags/tag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microsoft.com/office/2015/10/relationships/revisionInfo" Target="revisionInfo.xml"/><Relationship Id="rId15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4143375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24BAAC-C4A1-4F37-A9B3-246B5CEB5ECA}" type="datetimeFigureOut">
              <a:rPr lang="fr-FR" smtClean="0"/>
              <a:t>14/04/2026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4143375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5A2AA9-5394-4402-B1A4-DE99E85D2D4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267873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50248AA4-9C94-4006-8F93-8360E7C8DD53}" type="datetimeFigureOut">
              <a:rPr lang="fr-FR" smtClean="0"/>
              <a:t>14/04/2026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28F9E36B-04AF-490C-BE83-F2BA34BB911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41725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5.emf"/><Relationship Id="rId5" Type="http://schemas.openxmlformats.org/officeDocument/2006/relationships/image" Target="../media/image6.png"/><Relationship Id="rId6" Type="http://schemas.openxmlformats.org/officeDocument/2006/relationships/image" Target="../media/image7.svg"/><Relationship Id="rId7" Type="http://schemas.openxmlformats.org/officeDocument/2006/relationships/image" Target="../media/image8.png"/><Relationship Id="rId8" Type="http://schemas.openxmlformats.org/officeDocument/2006/relationships/image" Target="../media/image9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5.emf"/><Relationship Id="rId5" Type="http://schemas.openxmlformats.org/officeDocument/2006/relationships/image" Target="../media/image6.png"/><Relationship Id="rId6" Type="http://schemas.openxmlformats.org/officeDocument/2006/relationships/image" Target="../media/image7.svg"/><Relationship Id="rId7" Type="http://schemas.openxmlformats.org/officeDocument/2006/relationships/image" Target="../media/image8.png"/><Relationship Id="rId8" Type="http://schemas.openxmlformats.org/officeDocument/2006/relationships/image" Target="../media/image9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5.emf"/><Relationship Id="rId5" Type="http://schemas.openxmlformats.org/officeDocument/2006/relationships/image" Target="../media/image6.png"/><Relationship Id="rId6" Type="http://schemas.openxmlformats.org/officeDocument/2006/relationships/image" Target="../media/image7.svg"/><Relationship Id="rId7" Type="http://schemas.openxmlformats.org/officeDocument/2006/relationships/image" Target="../media/image8.png"/><Relationship Id="rId8" Type="http://schemas.openxmlformats.org/officeDocument/2006/relationships/image" Target="../media/image9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5.emf"/><Relationship Id="rId5" Type="http://schemas.openxmlformats.org/officeDocument/2006/relationships/image" Target="../media/image6.png"/><Relationship Id="rId6" Type="http://schemas.openxmlformats.org/officeDocument/2006/relationships/image" Target="../media/image7.svg"/><Relationship Id="rId7" Type="http://schemas.openxmlformats.org/officeDocument/2006/relationships/image" Target="../media/image8.png"/><Relationship Id="rId8" Type="http://schemas.openxmlformats.org/officeDocument/2006/relationships/image" Target="../media/image9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5.emf"/><Relationship Id="rId5" Type="http://schemas.openxmlformats.org/officeDocument/2006/relationships/image" Target="../media/image6.png"/><Relationship Id="rId6" Type="http://schemas.openxmlformats.org/officeDocument/2006/relationships/image" Target="../media/image7.svg"/><Relationship Id="rId7" Type="http://schemas.openxmlformats.org/officeDocument/2006/relationships/image" Target="../media/image8.png"/><Relationship Id="rId8" Type="http://schemas.openxmlformats.org/officeDocument/2006/relationships/image" Target="../media/image9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5.emf"/><Relationship Id="rId5" Type="http://schemas.openxmlformats.org/officeDocument/2006/relationships/image" Target="../media/image6.png"/><Relationship Id="rId6" Type="http://schemas.openxmlformats.org/officeDocument/2006/relationships/image" Target="../media/image7.svg"/><Relationship Id="rId7" Type="http://schemas.openxmlformats.org/officeDocument/2006/relationships/image" Target="../media/image8.png"/><Relationship Id="rId8" Type="http://schemas.openxmlformats.org/officeDocument/2006/relationships/image" Target="../media/image9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5.emf"/><Relationship Id="rId5" Type="http://schemas.openxmlformats.org/officeDocument/2006/relationships/image" Target="../media/image6.png"/><Relationship Id="rId6" Type="http://schemas.openxmlformats.org/officeDocument/2006/relationships/image" Target="../media/image7.svg"/><Relationship Id="rId7" Type="http://schemas.openxmlformats.org/officeDocument/2006/relationships/image" Target="../media/image8.png"/><Relationship Id="rId8" Type="http://schemas.openxmlformats.org/officeDocument/2006/relationships/image" Target="../media/image9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12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5.emf"/><Relationship Id="rId5" Type="http://schemas.openxmlformats.org/officeDocument/2006/relationships/image" Target="../media/image6.png"/><Relationship Id="rId6" Type="http://schemas.openxmlformats.org/officeDocument/2006/relationships/image" Target="../media/image7.svg"/><Relationship Id="rId7" Type="http://schemas.openxmlformats.org/officeDocument/2006/relationships/image" Target="../media/image8.png"/><Relationship Id="rId8" Type="http://schemas.openxmlformats.org/officeDocument/2006/relationships/image" Target="../media/image9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13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5.emf"/><Relationship Id="rId5" Type="http://schemas.openxmlformats.org/officeDocument/2006/relationships/image" Target="../media/image6.png"/><Relationship Id="rId6" Type="http://schemas.openxmlformats.org/officeDocument/2006/relationships/image" Target="../media/image7.svg"/><Relationship Id="rId7" Type="http://schemas.openxmlformats.org/officeDocument/2006/relationships/image" Target="../media/image8.png"/><Relationship Id="rId8" Type="http://schemas.openxmlformats.org/officeDocument/2006/relationships/image" Target="../media/image9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14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5.emf"/><Relationship Id="rId5" Type="http://schemas.openxmlformats.org/officeDocument/2006/relationships/image" Target="../media/image6.png"/><Relationship Id="rId6" Type="http://schemas.openxmlformats.org/officeDocument/2006/relationships/image" Target="../media/image7.svg"/><Relationship Id="rId7" Type="http://schemas.openxmlformats.org/officeDocument/2006/relationships/image" Target="../media/image8.png"/><Relationship Id="rId8" Type="http://schemas.openxmlformats.org/officeDocument/2006/relationships/image" Target="../media/image9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B9D1B-0E41-F82C-E3FA-B847D6EEAF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72457D-D051-58F4-72D2-2B68D65D61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657764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Diagonal Corners Rounded 1">
            <a:extLst>
              <a:ext uri="{FF2B5EF4-FFF2-40B4-BE49-F238E27FC236}">
                <a16:creationId xmlns:a16="http://schemas.microsoft.com/office/drawing/2014/main" id="{AB4BC4BF-5960-4EEA-A3F1-5837F24D238F}"/>
              </a:ext>
            </a:extLst>
          </p:cNvPr>
          <p:cNvSpPr/>
          <p:nvPr userDrawn="1"/>
        </p:nvSpPr>
        <p:spPr>
          <a:xfrm>
            <a:off x="0" y="0"/>
            <a:ext cx="3913821" cy="1527151"/>
          </a:xfrm>
          <a:prstGeom prst="round2DiagRect">
            <a:avLst/>
          </a:prstGeom>
          <a:solidFill>
            <a:srgbClr val="750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/>
          </a:p>
        </p:txBody>
      </p:sp>
      <p:sp>
        <p:nvSpPr>
          <p:cNvPr id="12" name="Rechteck 9">
            <a:extLst>
              <a:ext uri="{FF2B5EF4-FFF2-40B4-BE49-F238E27FC236}">
                <a16:creationId xmlns:a16="http://schemas.microsoft.com/office/drawing/2014/main" id="{63D09389-048B-4EA1-89D9-AEE8AE1C4625}"/>
              </a:ext>
            </a:extLst>
          </p:cNvPr>
          <p:cNvSpPr/>
          <p:nvPr userDrawn="1"/>
        </p:nvSpPr>
        <p:spPr>
          <a:xfrm flipH="1">
            <a:off x="-1" y="0"/>
            <a:ext cx="4013203" cy="68646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680" tIns="22840" rIns="45680" bIns="22840" rtlCol="0" anchor="ctr"/>
          <a:lstStyle/>
          <a:p>
            <a:pPr algn="ctr" defTabSz="228394"/>
            <a:endParaRPr lang="de-DE" sz="933" b="0" cap="none" spc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/>
            </a:endParaRPr>
          </a:p>
        </p:txBody>
      </p:sp>
      <p:graphicFrame>
        <p:nvGraphicFramePr>
          <p:cNvPr id="6" name="Objekt 5" hidden="1">
            <a:extLst>
              <a:ext uri="{FF2B5EF4-FFF2-40B4-BE49-F238E27FC236}">
                <a16:creationId xmlns:a16="http://schemas.microsoft.com/office/drawing/2014/main" id="{CBA48427-9E4C-46A3-A8DA-41590B35B83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6" name="Objekt 5" hidden="1">
                        <a:extLst>
                          <a:ext uri="{FF2B5EF4-FFF2-40B4-BE49-F238E27FC236}">
                            <a16:creationId xmlns:a16="http://schemas.microsoft.com/office/drawing/2014/main" id="{CBA48427-9E4C-46A3-A8DA-41590B35B83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4E4B6BF-F976-407A-B724-BF43FD1368A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5999" y="265492"/>
            <a:ext cx="3085376" cy="305660"/>
          </a:xfrm>
          <a:noFill/>
        </p:spPr>
        <p:txBody>
          <a:bodyPr wrap="square" lIns="0" tIns="0" rIns="0" bIns="0">
            <a:spAutoFit/>
          </a:bodyPr>
          <a:lstStyle>
            <a:lvl1pPr marL="0">
              <a:lnSpc>
                <a:spcPct val="80000"/>
              </a:lnSpc>
              <a:spcAft>
                <a:spcPts val="0"/>
              </a:spcAft>
              <a:defRPr sz="2400" cap="all" normalizeH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NAME SURNAME</a:t>
            </a:r>
          </a:p>
        </p:txBody>
      </p:sp>
      <p:sp>
        <p:nvSpPr>
          <p:cNvPr id="44" name="Text Placeholder 131">
            <a:extLst>
              <a:ext uri="{FF2B5EF4-FFF2-40B4-BE49-F238E27FC236}">
                <a16:creationId xmlns:a16="http://schemas.microsoft.com/office/drawing/2014/main" id="{CF439A69-077F-458A-9472-FBA1545CCF9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539" y="1878030"/>
            <a:ext cx="3835282" cy="224123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55561" indent="0">
              <a:buFont typeface="Arial" panose="020B0604020202020204" pitchFamily="34" charset="0"/>
              <a:buNone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fr-FR"/>
              <a:t>XXXX</a:t>
            </a:r>
            <a:endParaRPr lang="en-GB"/>
          </a:p>
          <a:p>
            <a:endParaRPr lang="en-US"/>
          </a:p>
        </p:txBody>
      </p:sp>
      <p:sp>
        <p:nvSpPr>
          <p:cNvPr id="51" name="Text Placeholder 131">
            <a:extLst>
              <a:ext uri="{FF2B5EF4-FFF2-40B4-BE49-F238E27FC236}">
                <a16:creationId xmlns:a16="http://schemas.microsoft.com/office/drawing/2014/main" id="{565F6716-8CE9-4754-BCC4-4E803C7B1CA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21461" y="690297"/>
            <a:ext cx="7992000" cy="6113327"/>
          </a:xfrm>
          <a:noFill/>
          <a:ln>
            <a:solidFill>
              <a:schemeClr val="accent1">
                <a:lumMod val="20000"/>
                <a:lumOff val="80000"/>
              </a:schemeClr>
            </a:solidFill>
            <a:prstDash val="sysDot"/>
          </a:ln>
        </p:spPr>
        <p:txBody>
          <a:bodyPr lIns="72000" tIns="72000" rIns="36000">
            <a:noAutofit/>
          </a:bodyPr>
          <a:lstStyle>
            <a:lvl1pPr marL="55561" indent="0">
              <a:buFont typeface="Arial" panose="020B0604020202020204" pitchFamily="34" charset="0"/>
              <a:buNone/>
              <a:defRPr sz="1150" b="0" i="1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spcAft>
                <a:spcPts val="400"/>
              </a:spcAft>
              <a:buFontTx/>
              <a:buNone/>
              <a:defRPr sz="750"/>
            </a:lvl2pPr>
            <a:lvl3pPr indent="-72000">
              <a:spcBef>
                <a:spcPts val="0"/>
              </a:spcBef>
              <a:spcAft>
                <a:spcPts val="400"/>
              </a:spcAft>
              <a:defRPr sz="1100"/>
            </a:lvl3pPr>
          </a:lstStyle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900" b="1" i="0" u="none" strike="noStrike" kern="1200" cap="none" spc="0" normalizeH="0" baseline="0" noProof="0">
                <a:ln>
                  <a:noFill/>
                </a:ln>
                <a:solidFill>
                  <a:srgbClr val="7500C0">
                    <a:lumMod val="40000"/>
                    <a:lumOff val="60000"/>
                  </a:srgbClr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ROLE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5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CLIENT NAME, Project name, Date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Main activities</a:t>
            </a: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900" b="1" i="0" u="none" strike="noStrike" kern="1200" cap="none" spc="0" normalizeH="0" baseline="0" noProof="0">
                <a:ln>
                  <a:noFill/>
                </a:ln>
                <a:solidFill>
                  <a:srgbClr val="7500C0">
                    <a:lumMod val="40000"/>
                    <a:lumOff val="60000"/>
                  </a:srgbClr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ROLE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5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CLIENT NAME, Project name, Date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Main activities</a:t>
            </a: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596EBC3-6BDE-417B-9D3A-2703945C4430}"/>
              </a:ext>
            </a:extLst>
          </p:cNvPr>
          <p:cNvGrpSpPr/>
          <p:nvPr userDrawn="1"/>
        </p:nvGrpSpPr>
        <p:grpSpPr>
          <a:xfrm>
            <a:off x="4108888" y="175145"/>
            <a:ext cx="7140359" cy="396009"/>
            <a:chOff x="4108888" y="175145"/>
            <a:chExt cx="7140359" cy="396009"/>
          </a:xfrm>
        </p:grpSpPr>
        <p:sp>
          <p:nvSpPr>
            <p:cNvPr id="63" name="Rectangle: Rounded Corners 98">
              <a:extLst>
                <a:ext uri="{FF2B5EF4-FFF2-40B4-BE49-F238E27FC236}">
                  <a16:creationId xmlns:a16="http://schemas.microsoft.com/office/drawing/2014/main" id="{CBBFEC3D-F23C-42F0-99DB-089E8DD98BC3}"/>
                </a:ext>
              </a:extLst>
            </p:cNvPr>
            <p:cNvSpPr/>
            <p:nvPr userDrawn="1"/>
          </p:nvSpPr>
          <p:spPr>
            <a:xfrm>
              <a:off x="4171251" y="175145"/>
              <a:ext cx="7077996" cy="396007"/>
            </a:xfrm>
            <a:prstGeom prst="roundRect">
              <a:avLst>
                <a:gd name="adj" fmla="val 50000"/>
              </a:avLst>
            </a:prstGeom>
            <a:solidFill>
              <a:srgbClr val="6D047E">
                <a:alpha val="10000"/>
              </a:srgb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0" tIns="36000" rIns="36000" bIns="36000" rtlCol="0" anchor="ctr"/>
            <a:lstStyle/>
            <a:p>
              <a:pPr marL="55561" marR="0" lvl="0" indent="0" algn="l" defTabSz="914377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100" b="1" i="0" u="none" strike="noStrike" kern="1200" cap="all" spc="0" normalizeH="0" baseline="0" noProof="0">
                  <a:ln>
                    <a:noFill/>
                  </a:ln>
                  <a:solidFill>
                    <a:srgbClr val="7500C0"/>
                  </a:solidFill>
                  <a:effectLst/>
                  <a:uLnTx/>
                  <a:uFillTx/>
                  <a:latin typeface="Graphik" panose="020B0503030202060203" pitchFamily="34" charset="0"/>
                </a:rPr>
                <a:t>SIGNIFICANT EXPERIENCES</a:t>
              </a:r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16559F58-2054-4E9D-A75F-8692A26C523B}"/>
                </a:ext>
              </a:extLst>
            </p:cNvPr>
            <p:cNvSpPr/>
            <p:nvPr userDrawn="1"/>
          </p:nvSpPr>
          <p:spPr>
            <a:xfrm>
              <a:off x="4108888" y="175147"/>
              <a:ext cx="400526" cy="396007"/>
            </a:xfrm>
            <a:prstGeom prst="ellipse">
              <a:avLst/>
            </a:prstGeom>
            <a:solidFill>
              <a:schemeClr val="accent2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000" b="1">
                <a:latin typeface="Graphik" panose="020B0503030202060203" pitchFamily="34" charset="0"/>
              </a:endParaRPr>
            </a:p>
          </p:txBody>
        </p:sp>
        <p:grpSp>
          <p:nvGrpSpPr>
            <p:cNvPr id="37" name="trophy win award best prize reward recognition top performer star">
              <a:extLst>
                <a:ext uri="{FF2B5EF4-FFF2-40B4-BE49-F238E27FC236}">
                  <a16:creationId xmlns:a16="http://schemas.microsoft.com/office/drawing/2014/main" id="{6412261F-134D-49C3-9A5F-5B6C51592BA8}"/>
                </a:ext>
              </a:extLst>
            </p:cNvPr>
            <p:cNvGrpSpPr>
              <a:grpSpLocks noChangeAspect="1"/>
            </p:cNvGrpSpPr>
            <p:nvPr userDrawn="1"/>
          </p:nvGrpSpPr>
          <p:grpSpPr bwMode="auto">
            <a:xfrm>
              <a:off x="4207228" y="220266"/>
              <a:ext cx="203845" cy="305764"/>
              <a:chOff x="6609" y="1719"/>
              <a:chExt cx="284" cy="426"/>
            </a:xfrm>
            <a:solidFill>
              <a:schemeClr val="bg1"/>
            </a:solidFill>
          </p:grpSpPr>
          <p:sp>
            <p:nvSpPr>
              <p:cNvPr id="38" name="Freeform 75">
                <a:extLst>
                  <a:ext uri="{FF2B5EF4-FFF2-40B4-BE49-F238E27FC236}">
                    <a16:creationId xmlns:a16="http://schemas.microsoft.com/office/drawing/2014/main" id="{D4B7B4C9-204F-4C10-B84A-A73308FAFC1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36" y="2091"/>
                <a:ext cx="230" cy="54"/>
              </a:xfrm>
              <a:custGeom>
                <a:avLst/>
                <a:gdLst>
                  <a:gd name="T0" fmla="*/ 150 w 156"/>
                  <a:gd name="T1" fmla="*/ 36 h 36"/>
                  <a:gd name="T2" fmla="*/ 6 w 156"/>
                  <a:gd name="T3" fmla="*/ 36 h 36"/>
                  <a:gd name="T4" fmla="*/ 0 w 156"/>
                  <a:gd name="T5" fmla="*/ 30 h 36"/>
                  <a:gd name="T6" fmla="*/ 0 w 156"/>
                  <a:gd name="T7" fmla="*/ 6 h 36"/>
                  <a:gd name="T8" fmla="*/ 6 w 156"/>
                  <a:gd name="T9" fmla="*/ 0 h 36"/>
                  <a:gd name="T10" fmla="*/ 150 w 156"/>
                  <a:gd name="T11" fmla="*/ 0 h 36"/>
                  <a:gd name="T12" fmla="*/ 156 w 156"/>
                  <a:gd name="T13" fmla="*/ 6 h 36"/>
                  <a:gd name="T14" fmla="*/ 156 w 156"/>
                  <a:gd name="T15" fmla="*/ 30 h 36"/>
                  <a:gd name="T16" fmla="*/ 150 w 156"/>
                  <a:gd name="T17" fmla="*/ 36 h 36"/>
                  <a:gd name="T18" fmla="*/ 12 w 156"/>
                  <a:gd name="T19" fmla="*/ 24 h 36"/>
                  <a:gd name="T20" fmla="*/ 144 w 156"/>
                  <a:gd name="T21" fmla="*/ 24 h 36"/>
                  <a:gd name="T22" fmla="*/ 144 w 156"/>
                  <a:gd name="T23" fmla="*/ 12 h 36"/>
                  <a:gd name="T24" fmla="*/ 12 w 156"/>
                  <a:gd name="T25" fmla="*/ 12 h 36"/>
                  <a:gd name="T26" fmla="*/ 12 w 156"/>
                  <a:gd name="T27" fmla="*/ 24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56" h="36">
                    <a:moveTo>
                      <a:pt x="150" y="36"/>
                    </a:moveTo>
                    <a:cubicBezTo>
                      <a:pt x="6" y="36"/>
                      <a:pt x="6" y="36"/>
                      <a:pt x="6" y="36"/>
                    </a:cubicBezTo>
                    <a:cubicBezTo>
                      <a:pt x="3" y="36"/>
                      <a:pt x="0" y="33"/>
                      <a:pt x="0" y="30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150" y="0"/>
                      <a:pt x="150" y="0"/>
                      <a:pt x="150" y="0"/>
                    </a:cubicBezTo>
                    <a:cubicBezTo>
                      <a:pt x="154" y="0"/>
                      <a:pt x="156" y="3"/>
                      <a:pt x="156" y="6"/>
                    </a:cubicBezTo>
                    <a:cubicBezTo>
                      <a:pt x="156" y="30"/>
                      <a:pt x="156" y="30"/>
                      <a:pt x="156" y="30"/>
                    </a:cubicBezTo>
                    <a:cubicBezTo>
                      <a:pt x="156" y="33"/>
                      <a:pt x="154" y="36"/>
                      <a:pt x="150" y="36"/>
                    </a:cubicBezTo>
                    <a:close/>
                    <a:moveTo>
                      <a:pt x="12" y="24"/>
                    </a:moveTo>
                    <a:cubicBezTo>
                      <a:pt x="144" y="24"/>
                      <a:pt x="144" y="24"/>
                      <a:pt x="144" y="24"/>
                    </a:cubicBezTo>
                    <a:cubicBezTo>
                      <a:pt x="144" y="12"/>
                      <a:pt x="144" y="12"/>
                      <a:pt x="144" y="12"/>
                    </a:cubicBezTo>
                    <a:cubicBezTo>
                      <a:pt x="12" y="12"/>
                      <a:pt x="12" y="12"/>
                      <a:pt x="12" y="12"/>
                    </a:cubicBezTo>
                    <a:lnTo>
                      <a:pt x="12" y="2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39" name="Freeform 76">
                <a:extLst>
                  <a:ext uri="{FF2B5EF4-FFF2-40B4-BE49-F238E27FC236}">
                    <a16:creationId xmlns:a16="http://schemas.microsoft.com/office/drawing/2014/main" id="{64AE8827-B49A-41BE-9C02-4A46058892A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71" y="1860"/>
                <a:ext cx="161" cy="249"/>
              </a:xfrm>
              <a:custGeom>
                <a:avLst/>
                <a:gdLst>
                  <a:gd name="T0" fmla="*/ 66 w 109"/>
                  <a:gd name="T1" fmla="*/ 169 h 169"/>
                  <a:gd name="T2" fmla="*/ 42 w 109"/>
                  <a:gd name="T3" fmla="*/ 169 h 169"/>
                  <a:gd name="T4" fmla="*/ 36 w 109"/>
                  <a:gd name="T5" fmla="*/ 164 h 169"/>
                  <a:gd name="T6" fmla="*/ 0 w 109"/>
                  <a:gd name="T7" fmla="*/ 8 h 169"/>
                  <a:gd name="T8" fmla="*/ 3 w 109"/>
                  <a:gd name="T9" fmla="*/ 2 h 169"/>
                  <a:gd name="T10" fmla="*/ 9 w 109"/>
                  <a:gd name="T11" fmla="*/ 1 h 169"/>
                  <a:gd name="T12" fmla="*/ 100 w 109"/>
                  <a:gd name="T13" fmla="*/ 1 h 169"/>
                  <a:gd name="T14" fmla="*/ 106 w 109"/>
                  <a:gd name="T15" fmla="*/ 2 h 169"/>
                  <a:gd name="T16" fmla="*/ 108 w 109"/>
                  <a:gd name="T17" fmla="*/ 8 h 169"/>
                  <a:gd name="T18" fmla="*/ 72 w 109"/>
                  <a:gd name="T19" fmla="*/ 164 h 169"/>
                  <a:gd name="T20" fmla="*/ 66 w 109"/>
                  <a:gd name="T21" fmla="*/ 169 h 169"/>
                  <a:gd name="T22" fmla="*/ 47 w 109"/>
                  <a:gd name="T23" fmla="*/ 157 h 169"/>
                  <a:gd name="T24" fmla="*/ 61 w 109"/>
                  <a:gd name="T25" fmla="*/ 157 h 169"/>
                  <a:gd name="T26" fmla="*/ 94 w 109"/>
                  <a:gd name="T27" fmla="*/ 17 h 169"/>
                  <a:gd name="T28" fmla="*/ 15 w 109"/>
                  <a:gd name="T29" fmla="*/ 17 h 169"/>
                  <a:gd name="T30" fmla="*/ 47 w 109"/>
                  <a:gd name="T31" fmla="*/ 157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09" h="169">
                    <a:moveTo>
                      <a:pt x="66" y="169"/>
                    </a:moveTo>
                    <a:cubicBezTo>
                      <a:pt x="42" y="169"/>
                      <a:pt x="42" y="169"/>
                      <a:pt x="42" y="169"/>
                    </a:cubicBezTo>
                    <a:cubicBezTo>
                      <a:pt x="39" y="169"/>
                      <a:pt x="37" y="167"/>
                      <a:pt x="36" y="164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6"/>
                      <a:pt x="1" y="4"/>
                      <a:pt x="3" y="2"/>
                    </a:cubicBezTo>
                    <a:cubicBezTo>
                      <a:pt x="4" y="1"/>
                      <a:pt x="7" y="0"/>
                      <a:pt x="9" y="1"/>
                    </a:cubicBezTo>
                    <a:cubicBezTo>
                      <a:pt x="40" y="17"/>
                      <a:pt x="69" y="17"/>
                      <a:pt x="100" y="1"/>
                    </a:cubicBezTo>
                    <a:cubicBezTo>
                      <a:pt x="102" y="0"/>
                      <a:pt x="104" y="1"/>
                      <a:pt x="106" y="2"/>
                    </a:cubicBezTo>
                    <a:cubicBezTo>
                      <a:pt x="108" y="4"/>
                      <a:pt x="109" y="6"/>
                      <a:pt x="108" y="8"/>
                    </a:cubicBezTo>
                    <a:cubicBezTo>
                      <a:pt x="72" y="164"/>
                      <a:pt x="72" y="164"/>
                      <a:pt x="72" y="164"/>
                    </a:cubicBezTo>
                    <a:cubicBezTo>
                      <a:pt x="71" y="167"/>
                      <a:pt x="69" y="169"/>
                      <a:pt x="66" y="169"/>
                    </a:cubicBezTo>
                    <a:close/>
                    <a:moveTo>
                      <a:pt x="47" y="157"/>
                    </a:moveTo>
                    <a:cubicBezTo>
                      <a:pt x="61" y="157"/>
                      <a:pt x="61" y="157"/>
                      <a:pt x="61" y="157"/>
                    </a:cubicBezTo>
                    <a:cubicBezTo>
                      <a:pt x="94" y="17"/>
                      <a:pt x="94" y="17"/>
                      <a:pt x="94" y="17"/>
                    </a:cubicBezTo>
                    <a:cubicBezTo>
                      <a:pt x="68" y="27"/>
                      <a:pt x="41" y="27"/>
                      <a:pt x="15" y="17"/>
                    </a:cubicBezTo>
                    <a:lnTo>
                      <a:pt x="47" y="15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40" name="Freeform 77">
                <a:extLst>
                  <a:ext uri="{FF2B5EF4-FFF2-40B4-BE49-F238E27FC236}">
                    <a16:creationId xmlns:a16="http://schemas.microsoft.com/office/drawing/2014/main" id="{6CC663FC-2175-4EB3-8B47-65F3A9DCF36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89" y="1719"/>
                <a:ext cx="124" cy="124"/>
              </a:xfrm>
              <a:custGeom>
                <a:avLst/>
                <a:gdLst>
                  <a:gd name="T0" fmla="*/ 42 w 84"/>
                  <a:gd name="T1" fmla="*/ 84 h 84"/>
                  <a:gd name="T2" fmla="*/ 0 w 84"/>
                  <a:gd name="T3" fmla="*/ 42 h 84"/>
                  <a:gd name="T4" fmla="*/ 42 w 84"/>
                  <a:gd name="T5" fmla="*/ 0 h 84"/>
                  <a:gd name="T6" fmla="*/ 84 w 84"/>
                  <a:gd name="T7" fmla="*/ 42 h 84"/>
                  <a:gd name="T8" fmla="*/ 42 w 84"/>
                  <a:gd name="T9" fmla="*/ 84 h 84"/>
                  <a:gd name="T10" fmla="*/ 42 w 84"/>
                  <a:gd name="T11" fmla="*/ 12 h 84"/>
                  <a:gd name="T12" fmla="*/ 12 w 84"/>
                  <a:gd name="T13" fmla="*/ 42 h 84"/>
                  <a:gd name="T14" fmla="*/ 42 w 84"/>
                  <a:gd name="T15" fmla="*/ 72 h 84"/>
                  <a:gd name="T16" fmla="*/ 72 w 84"/>
                  <a:gd name="T17" fmla="*/ 42 h 84"/>
                  <a:gd name="T18" fmla="*/ 42 w 84"/>
                  <a:gd name="T19" fmla="*/ 12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4" h="84">
                    <a:moveTo>
                      <a:pt x="42" y="84"/>
                    </a:moveTo>
                    <a:cubicBezTo>
                      <a:pt x="19" y="84"/>
                      <a:pt x="0" y="65"/>
                      <a:pt x="0" y="42"/>
                    </a:cubicBezTo>
                    <a:cubicBezTo>
                      <a:pt x="0" y="19"/>
                      <a:pt x="19" y="0"/>
                      <a:pt x="42" y="0"/>
                    </a:cubicBezTo>
                    <a:cubicBezTo>
                      <a:pt x="65" y="0"/>
                      <a:pt x="84" y="19"/>
                      <a:pt x="84" y="42"/>
                    </a:cubicBezTo>
                    <a:cubicBezTo>
                      <a:pt x="84" y="65"/>
                      <a:pt x="65" y="84"/>
                      <a:pt x="42" y="84"/>
                    </a:cubicBezTo>
                    <a:close/>
                    <a:moveTo>
                      <a:pt x="42" y="12"/>
                    </a:moveTo>
                    <a:cubicBezTo>
                      <a:pt x="26" y="12"/>
                      <a:pt x="12" y="25"/>
                      <a:pt x="12" y="42"/>
                    </a:cubicBezTo>
                    <a:cubicBezTo>
                      <a:pt x="12" y="59"/>
                      <a:pt x="26" y="72"/>
                      <a:pt x="42" y="72"/>
                    </a:cubicBezTo>
                    <a:cubicBezTo>
                      <a:pt x="59" y="72"/>
                      <a:pt x="72" y="59"/>
                      <a:pt x="72" y="42"/>
                    </a:cubicBezTo>
                    <a:cubicBezTo>
                      <a:pt x="72" y="25"/>
                      <a:pt x="59" y="12"/>
                      <a:pt x="42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41" name="Freeform 78">
                <a:extLst>
                  <a:ext uri="{FF2B5EF4-FFF2-40B4-BE49-F238E27FC236}">
                    <a16:creationId xmlns:a16="http://schemas.microsoft.com/office/drawing/2014/main" id="{0C8B8A47-96D3-4108-B1FE-A92BB7C655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79" y="1925"/>
                <a:ext cx="114" cy="180"/>
              </a:xfrm>
              <a:custGeom>
                <a:avLst/>
                <a:gdLst>
                  <a:gd name="T0" fmla="*/ 10 w 77"/>
                  <a:gd name="T1" fmla="*/ 122 h 122"/>
                  <a:gd name="T2" fmla="*/ 0 w 77"/>
                  <a:gd name="T3" fmla="*/ 115 h 122"/>
                  <a:gd name="T4" fmla="*/ 62 w 77"/>
                  <a:gd name="T5" fmla="*/ 23 h 122"/>
                  <a:gd name="T6" fmla="*/ 36 w 77"/>
                  <a:gd name="T7" fmla="*/ 11 h 122"/>
                  <a:gd name="T8" fmla="*/ 41 w 77"/>
                  <a:gd name="T9" fmla="*/ 0 h 122"/>
                  <a:gd name="T10" fmla="*/ 73 w 77"/>
                  <a:gd name="T11" fmla="*/ 15 h 122"/>
                  <a:gd name="T12" fmla="*/ 77 w 77"/>
                  <a:gd name="T13" fmla="*/ 19 h 122"/>
                  <a:gd name="T14" fmla="*/ 76 w 77"/>
                  <a:gd name="T15" fmla="*/ 24 h 122"/>
                  <a:gd name="T16" fmla="*/ 10 w 77"/>
                  <a:gd name="T17" fmla="*/ 122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7" h="122">
                    <a:moveTo>
                      <a:pt x="10" y="122"/>
                    </a:moveTo>
                    <a:cubicBezTo>
                      <a:pt x="0" y="115"/>
                      <a:pt x="0" y="115"/>
                      <a:pt x="0" y="115"/>
                    </a:cubicBezTo>
                    <a:cubicBezTo>
                      <a:pt x="62" y="23"/>
                      <a:pt x="62" y="23"/>
                      <a:pt x="62" y="23"/>
                    </a:cubicBezTo>
                    <a:cubicBezTo>
                      <a:pt x="36" y="11"/>
                      <a:pt x="36" y="11"/>
                      <a:pt x="36" y="11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73" y="15"/>
                      <a:pt x="73" y="15"/>
                      <a:pt x="73" y="15"/>
                    </a:cubicBezTo>
                    <a:cubicBezTo>
                      <a:pt x="75" y="16"/>
                      <a:pt x="76" y="17"/>
                      <a:pt x="77" y="19"/>
                    </a:cubicBezTo>
                    <a:cubicBezTo>
                      <a:pt x="77" y="21"/>
                      <a:pt x="77" y="22"/>
                      <a:pt x="76" y="24"/>
                    </a:cubicBezTo>
                    <a:lnTo>
                      <a:pt x="10" y="1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42" name="Freeform 79">
                <a:extLst>
                  <a:ext uri="{FF2B5EF4-FFF2-40B4-BE49-F238E27FC236}">
                    <a16:creationId xmlns:a16="http://schemas.microsoft.com/office/drawing/2014/main" id="{72EF509C-7570-4F0E-AF18-D7E973BC2C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09" y="1925"/>
                <a:ext cx="114" cy="180"/>
              </a:xfrm>
              <a:custGeom>
                <a:avLst/>
                <a:gdLst>
                  <a:gd name="T0" fmla="*/ 67 w 77"/>
                  <a:gd name="T1" fmla="*/ 122 h 122"/>
                  <a:gd name="T2" fmla="*/ 2 w 77"/>
                  <a:gd name="T3" fmla="*/ 24 h 122"/>
                  <a:gd name="T4" fmla="*/ 1 w 77"/>
                  <a:gd name="T5" fmla="*/ 19 h 122"/>
                  <a:gd name="T6" fmla="*/ 4 w 77"/>
                  <a:gd name="T7" fmla="*/ 15 h 122"/>
                  <a:gd name="T8" fmla="*/ 37 w 77"/>
                  <a:gd name="T9" fmla="*/ 0 h 122"/>
                  <a:gd name="T10" fmla="*/ 42 w 77"/>
                  <a:gd name="T11" fmla="*/ 11 h 122"/>
                  <a:gd name="T12" fmla="*/ 15 w 77"/>
                  <a:gd name="T13" fmla="*/ 23 h 122"/>
                  <a:gd name="T14" fmla="*/ 77 w 77"/>
                  <a:gd name="T15" fmla="*/ 115 h 122"/>
                  <a:gd name="T16" fmla="*/ 67 w 77"/>
                  <a:gd name="T17" fmla="*/ 122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7" h="122">
                    <a:moveTo>
                      <a:pt x="67" y="122"/>
                    </a:moveTo>
                    <a:cubicBezTo>
                      <a:pt x="2" y="24"/>
                      <a:pt x="2" y="24"/>
                      <a:pt x="2" y="24"/>
                    </a:cubicBezTo>
                    <a:cubicBezTo>
                      <a:pt x="1" y="22"/>
                      <a:pt x="0" y="21"/>
                      <a:pt x="1" y="19"/>
                    </a:cubicBezTo>
                    <a:cubicBezTo>
                      <a:pt x="1" y="17"/>
                      <a:pt x="2" y="16"/>
                      <a:pt x="4" y="15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42" y="11"/>
                      <a:pt x="42" y="11"/>
                      <a:pt x="42" y="11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77" y="115"/>
                      <a:pt x="77" y="115"/>
                      <a:pt x="77" y="115"/>
                    </a:cubicBezTo>
                    <a:lnTo>
                      <a:pt x="67" y="1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8" name="Group 101">
            <a:extLst>
              <a:ext uri="{FF2B5EF4-FFF2-40B4-BE49-F238E27FC236}">
                <a16:creationId xmlns:a16="http://schemas.microsoft.com/office/drawing/2014/main" id="{9A4CB9D6-D558-4329-A3A2-049089623931}"/>
              </a:ext>
            </a:extLst>
          </p:cNvPr>
          <p:cNvGrpSpPr/>
          <p:nvPr userDrawn="1"/>
        </p:nvGrpSpPr>
        <p:grpSpPr>
          <a:xfrm>
            <a:off x="11407296" y="84265"/>
            <a:ext cx="559449" cy="567718"/>
            <a:chOff x="7824192" y="3447860"/>
            <a:chExt cx="381000" cy="390525"/>
          </a:xfrm>
          <a:solidFill>
            <a:schemeClr val="accent1"/>
          </a:solidFill>
        </p:grpSpPr>
        <p:pic>
          <p:nvPicPr>
            <p:cNvPr id="69" name="Graphic 102">
              <a:extLst>
                <a:ext uri="{FF2B5EF4-FFF2-40B4-BE49-F238E27FC236}">
                  <a16:creationId xmlns:a16="http://schemas.microsoft.com/office/drawing/2014/main" id="{A2D8835B-45CF-4A2B-8DA9-EC5B63E83A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824192" y="3600260"/>
              <a:ext cx="381000" cy="238125"/>
            </a:xfrm>
            <a:prstGeom prst="rect">
              <a:avLst/>
            </a:prstGeom>
          </p:spPr>
        </p:pic>
        <p:pic>
          <p:nvPicPr>
            <p:cNvPr id="70" name="Graphic 103">
              <a:extLst>
                <a:ext uri="{FF2B5EF4-FFF2-40B4-BE49-F238E27FC236}">
                  <a16:creationId xmlns:a16="http://schemas.microsoft.com/office/drawing/2014/main" id="{F65368AD-4461-4E83-9A1B-CD51D326806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824192" y="3447860"/>
              <a:ext cx="381000" cy="238125"/>
            </a:xfrm>
            <a:prstGeom prst="rect">
              <a:avLst/>
            </a:prstGeom>
          </p:spPr>
        </p:pic>
      </p:grpSp>
      <p:sp>
        <p:nvSpPr>
          <p:cNvPr id="71" name="Rectangle: Rounded Corners 10">
            <a:extLst>
              <a:ext uri="{FF2B5EF4-FFF2-40B4-BE49-F238E27FC236}">
                <a16:creationId xmlns:a16="http://schemas.microsoft.com/office/drawing/2014/main" id="{41E5B7EE-A75D-493D-AB76-434D66BB6747}"/>
              </a:ext>
            </a:extLst>
          </p:cNvPr>
          <p:cNvSpPr/>
          <p:nvPr userDrawn="1"/>
        </p:nvSpPr>
        <p:spPr>
          <a:xfrm>
            <a:off x="-1" y="1527151"/>
            <a:ext cx="4013203" cy="305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91440" rIns="0" bIns="45720" rtlCol="0">
            <a:noAutofit/>
          </a:bodyPr>
          <a:lstStyle/>
          <a:p>
            <a:pPr marL="55561" marR="0" lvl="0" indent="0" algn="l" defTabSz="914377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100" b="0" cap="none" baseline="0" noProof="0">
                <a:solidFill>
                  <a:schemeClr val="accent2"/>
                </a:solidFill>
                <a:latin typeface="Graphik Black" panose="020B0A03030202060203" pitchFamily="34" charset="0"/>
              </a:rPr>
              <a:t> </a:t>
            </a:r>
            <a:r>
              <a:rPr lang="en-US" sz="1100" b="1" cap="all">
                <a:solidFill>
                  <a:srgbClr val="7500C0"/>
                </a:solidFill>
                <a:latin typeface="Graphik" panose="020B0503030202060203" pitchFamily="34" charset="0"/>
              </a:rPr>
              <a:t>Professional and academic background</a:t>
            </a:r>
            <a:endParaRPr lang="en-AU" sz="1100" b="0" cap="none" baseline="0">
              <a:solidFill>
                <a:schemeClr val="accent2"/>
              </a:solidFill>
              <a:latin typeface="Graphik Black" panose="020B0A03030202060203" pitchFamily="34" charset="0"/>
            </a:endParaRPr>
          </a:p>
        </p:txBody>
      </p:sp>
      <p:sp>
        <p:nvSpPr>
          <p:cNvPr id="31" name="Rectangle: Rounded Corners 10">
            <a:extLst>
              <a:ext uri="{FF2B5EF4-FFF2-40B4-BE49-F238E27FC236}">
                <a16:creationId xmlns:a16="http://schemas.microsoft.com/office/drawing/2014/main" id="{EDCB3B12-D62F-42E1-88AC-56FF1042E3CC}"/>
              </a:ext>
            </a:extLst>
          </p:cNvPr>
          <p:cNvSpPr/>
          <p:nvPr userDrawn="1"/>
        </p:nvSpPr>
        <p:spPr>
          <a:xfrm>
            <a:off x="0" y="4195942"/>
            <a:ext cx="4013203" cy="305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91440" rIns="0" bIns="45720" rtlCol="0">
            <a:noAutofit/>
          </a:bodyPr>
          <a:lstStyle/>
          <a:p>
            <a:pPr marL="55561" lvl="0" indent="0" defTabSz="914377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 sz="1100" b="0" cap="none" baseline="0" noProof="0">
                <a:solidFill>
                  <a:schemeClr val="accent2"/>
                </a:solidFill>
                <a:latin typeface="Graphik Black" panose="020B0A03030202060203" pitchFamily="34" charset="0"/>
              </a:rPr>
              <a:t> SKILLS &amp; CERTIFICATIONS</a:t>
            </a:r>
            <a:endParaRPr lang="en-AU" sz="1100" b="0" cap="none" baseline="0">
              <a:solidFill>
                <a:schemeClr val="accent2"/>
              </a:solidFill>
              <a:latin typeface="Graphik Black" panose="020B0A03030202060203" pitchFamily="34" charset="0"/>
            </a:endParaRP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047FEDD9-553E-4955-9149-6E9344E9E38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8790" y="1064142"/>
            <a:ext cx="3460703" cy="221599"/>
          </a:xfrm>
          <a:noFill/>
        </p:spPr>
        <p:txBody>
          <a:bodyPr wrap="square" lIns="0" tIns="0" rIns="0" bIns="0">
            <a:spAutoFit/>
          </a:bodyPr>
          <a:lstStyle>
            <a:lvl1pPr marL="0">
              <a:lnSpc>
                <a:spcPct val="80000"/>
              </a:lnSpc>
              <a:spcAft>
                <a:spcPts val="0"/>
              </a:spcAft>
              <a:defRPr sz="1800" cap="all" normalizeH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ROLE</a:t>
            </a:r>
          </a:p>
        </p:txBody>
      </p:sp>
      <p:sp>
        <p:nvSpPr>
          <p:cNvPr id="33" name="Rectangle: Rounded Corners 10">
            <a:extLst>
              <a:ext uri="{FF2B5EF4-FFF2-40B4-BE49-F238E27FC236}">
                <a16:creationId xmlns:a16="http://schemas.microsoft.com/office/drawing/2014/main" id="{7D54ABB5-A3FE-4237-A161-52154AA3CCD9}"/>
              </a:ext>
            </a:extLst>
          </p:cNvPr>
          <p:cNvSpPr/>
          <p:nvPr userDrawn="1"/>
        </p:nvSpPr>
        <p:spPr>
          <a:xfrm>
            <a:off x="0" y="5707522"/>
            <a:ext cx="3992845" cy="305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91440" rIns="0" bIns="45720" rtlCol="0">
            <a:noAutofit/>
          </a:bodyPr>
          <a:lstStyle/>
          <a:p>
            <a:pPr marL="55561" marR="0" lvl="0" indent="0" algn="l" defTabSz="914377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100" b="1" kern="1200">
                <a:solidFill>
                  <a:schemeClr val="accent2"/>
                </a:solidFill>
                <a:latin typeface="+mj-lt"/>
                <a:ea typeface="+mn-ea"/>
                <a:cs typeface="Arial" panose="020B0604020202020204" pitchFamily="34" charset="0"/>
              </a:rPr>
              <a:t> INDUSTRIES</a:t>
            </a:r>
            <a:endParaRPr lang="en-AU" sz="1100" b="1" kern="1200">
              <a:solidFill>
                <a:schemeClr val="accent2"/>
              </a:solidFill>
              <a:latin typeface="+mj-lt"/>
              <a:ea typeface="+mn-ea"/>
              <a:cs typeface="Arial" panose="020B0604020202020204" pitchFamily="34" charset="0"/>
            </a:endParaRPr>
          </a:p>
          <a:p>
            <a:pPr marL="55561" lvl="0" indent="0" defTabSz="914377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endParaRPr lang="en-AU" sz="1100" b="0" cap="none" baseline="0">
              <a:solidFill>
                <a:schemeClr val="accent2"/>
              </a:solidFill>
              <a:latin typeface="Graphik Black" panose="020B0A03030202060203" pitchFamily="34" charset="0"/>
            </a:endParaRPr>
          </a:p>
        </p:txBody>
      </p:sp>
      <p:sp>
        <p:nvSpPr>
          <p:cNvPr id="35" name="Text Placeholder 131">
            <a:extLst>
              <a:ext uri="{FF2B5EF4-FFF2-40B4-BE49-F238E27FC236}">
                <a16:creationId xmlns:a16="http://schemas.microsoft.com/office/drawing/2014/main" id="{7D4DA43C-5EC7-43C8-9820-DD3BA62967A2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68360" y="4546549"/>
            <a:ext cx="1829981" cy="114439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227011" indent="-171450">
              <a:spcAft>
                <a:spcPts val="0"/>
              </a:spcAft>
              <a:buFont typeface="Arial" panose="020B0604020202020204" pitchFamily="34" charset="0"/>
              <a:buChar char="•"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52" name="Text Placeholder 131">
            <a:extLst>
              <a:ext uri="{FF2B5EF4-FFF2-40B4-BE49-F238E27FC236}">
                <a16:creationId xmlns:a16="http://schemas.microsoft.com/office/drawing/2014/main" id="{097ED99D-BC02-4487-94BD-0E440E52C286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68360" y="6013182"/>
            <a:ext cx="3835282" cy="79044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227011" indent="-171450">
              <a:spcAft>
                <a:spcPts val="0"/>
              </a:spcAft>
              <a:buFont typeface="Arial" panose="020B0604020202020204" pitchFamily="34" charset="0"/>
              <a:buChar char="•"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endParaRPr lang="en-US"/>
          </a:p>
        </p:txBody>
      </p:sp>
      <p:sp>
        <p:nvSpPr>
          <p:cNvPr id="26" name="Text Placeholder 131">
            <a:extLst>
              <a:ext uri="{FF2B5EF4-FFF2-40B4-BE49-F238E27FC236}">
                <a16:creationId xmlns:a16="http://schemas.microsoft.com/office/drawing/2014/main" id="{5FA1FEB5-4C05-4A40-A583-7329D7C4E4C8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2006600" y="4546549"/>
            <a:ext cx="1907221" cy="114439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227011" indent="-171450">
              <a:spcAft>
                <a:spcPts val="0"/>
              </a:spcAft>
              <a:buFont typeface="Arial" panose="020B0604020202020204" pitchFamily="34" charset="0"/>
              <a:buChar char="•"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0459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>
            <a:extLst>
              <a:ext uri="{FF2B5EF4-FFF2-40B4-BE49-F238E27FC236}">
                <a16:creationId xmlns:a16="http://schemas.microsoft.com/office/drawing/2014/main" id="{CBA48427-9E4C-46A3-A8DA-41590B35B83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6" name="Objekt 5" hidden="1">
                        <a:extLst>
                          <a:ext uri="{FF2B5EF4-FFF2-40B4-BE49-F238E27FC236}">
                            <a16:creationId xmlns:a16="http://schemas.microsoft.com/office/drawing/2014/main" id="{CBA48427-9E4C-46A3-A8DA-41590B35B83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" name="Rectangle: Diagonal Corners Rounded 56">
            <a:extLst>
              <a:ext uri="{FF2B5EF4-FFF2-40B4-BE49-F238E27FC236}">
                <a16:creationId xmlns:a16="http://schemas.microsoft.com/office/drawing/2014/main" id="{7765C9F2-C31D-4312-8AC6-8F646D882133}"/>
              </a:ext>
            </a:extLst>
          </p:cNvPr>
          <p:cNvSpPr/>
          <p:nvPr userDrawn="1"/>
        </p:nvSpPr>
        <p:spPr>
          <a:xfrm>
            <a:off x="0" y="0"/>
            <a:ext cx="3913821" cy="1527151"/>
          </a:xfrm>
          <a:prstGeom prst="round2DiagRect">
            <a:avLst/>
          </a:prstGeom>
          <a:solidFill>
            <a:srgbClr val="750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/>
          </a:p>
        </p:txBody>
      </p:sp>
      <p:sp>
        <p:nvSpPr>
          <p:cNvPr id="58" name="Rechteck 9">
            <a:extLst>
              <a:ext uri="{FF2B5EF4-FFF2-40B4-BE49-F238E27FC236}">
                <a16:creationId xmlns:a16="http://schemas.microsoft.com/office/drawing/2014/main" id="{E20DDD5B-5D0F-4068-8427-767F68BBFF04}"/>
              </a:ext>
            </a:extLst>
          </p:cNvPr>
          <p:cNvSpPr/>
          <p:nvPr userDrawn="1"/>
        </p:nvSpPr>
        <p:spPr>
          <a:xfrm flipH="1">
            <a:off x="-1" y="0"/>
            <a:ext cx="4013203" cy="68646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680" tIns="22840" rIns="45680" bIns="22840" rtlCol="0" anchor="ctr"/>
          <a:lstStyle/>
          <a:p>
            <a:pPr algn="ctr" defTabSz="228394"/>
            <a:endParaRPr lang="de-DE" sz="933" b="0" cap="none" spc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/>
            </a:endParaRPr>
          </a:p>
        </p:txBody>
      </p:sp>
      <p:sp>
        <p:nvSpPr>
          <p:cNvPr id="59" name="Text Placeholder 9">
            <a:extLst>
              <a:ext uri="{FF2B5EF4-FFF2-40B4-BE49-F238E27FC236}">
                <a16:creationId xmlns:a16="http://schemas.microsoft.com/office/drawing/2014/main" id="{82FC41C2-A308-445D-B715-8DB7BDBFBBF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5999" y="265492"/>
            <a:ext cx="3085376" cy="305660"/>
          </a:xfrm>
          <a:noFill/>
        </p:spPr>
        <p:txBody>
          <a:bodyPr wrap="square" lIns="0" tIns="0" rIns="0" bIns="0">
            <a:spAutoFit/>
          </a:bodyPr>
          <a:lstStyle>
            <a:lvl1pPr marL="0">
              <a:lnSpc>
                <a:spcPct val="80000"/>
              </a:lnSpc>
              <a:spcAft>
                <a:spcPts val="0"/>
              </a:spcAft>
              <a:defRPr sz="2400" cap="all" normalizeH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Prénom  nom</a:t>
            </a:r>
          </a:p>
        </p:txBody>
      </p:sp>
      <p:sp>
        <p:nvSpPr>
          <p:cNvPr id="60" name="Text Placeholder 131">
            <a:extLst>
              <a:ext uri="{FF2B5EF4-FFF2-40B4-BE49-F238E27FC236}">
                <a16:creationId xmlns:a16="http://schemas.microsoft.com/office/drawing/2014/main" id="{76F4FEFD-C1F9-4798-A034-8C14D63D14C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539" y="1878030"/>
            <a:ext cx="3835282" cy="224123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55561" indent="0">
              <a:buFont typeface="Arial" panose="020B0604020202020204" pitchFamily="34" charset="0"/>
              <a:buNone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fr-FR"/>
              <a:t>XXX</a:t>
            </a:r>
            <a:endParaRPr lang="en-GB"/>
          </a:p>
          <a:p>
            <a:endParaRPr lang="en-US"/>
          </a:p>
        </p:txBody>
      </p:sp>
      <p:sp>
        <p:nvSpPr>
          <p:cNvPr id="61" name="Text Placeholder 131">
            <a:extLst>
              <a:ext uri="{FF2B5EF4-FFF2-40B4-BE49-F238E27FC236}">
                <a16:creationId xmlns:a16="http://schemas.microsoft.com/office/drawing/2014/main" id="{BC080545-AEB9-4F86-8398-811B30C5DE4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21461" y="690297"/>
            <a:ext cx="7992000" cy="6113327"/>
          </a:xfrm>
          <a:noFill/>
          <a:ln>
            <a:solidFill>
              <a:schemeClr val="accent1">
                <a:lumMod val="20000"/>
                <a:lumOff val="80000"/>
              </a:schemeClr>
            </a:solidFill>
            <a:prstDash val="sysDot"/>
          </a:ln>
        </p:spPr>
        <p:txBody>
          <a:bodyPr lIns="72000" tIns="72000" rIns="36000">
            <a:noAutofit/>
          </a:bodyPr>
          <a:lstStyle>
            <a:lvl1pPr marL="55561" indent="0">
              <a:buFont typeface="Arial" panose="020B0604020202020204" pitchFamily="34" charset="0"/>
              <a:buNone/>
              <a:defRPr sz="1150" b="0" i="1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spcAft>
                <a:spcPts val="400"/>
              </a:spcAft>
              <a:buFontTx/>
              <a:buNone/>
              <a:defRPr sz="750">
                <a:solidFill>
                  <a:schemeClr val="tx1"/>
                </a:solidFill>
              </a:defRPr>
            </a:lvl2pPr>
            <a:lvl3pPr indent="-72000">
              <a:spcBef>
                <a:spcPts val="0"/>
              </a:spcBef>
              <a:spcAft>
                <a:spcPts val="400"/>
              </a:spcAft>
              <a:defRPr sz="1100"/>
            </a:lvl3pPr>
          </a:lstStyle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900" b="1" i="0" u="none" strike="noStrike" kern="1200" cap="none" spc="0" normalizeH="0" baseline="0" noProof="0">
                <a:ln>
                  <a:noFill/>
                </a:ln>
                <a:solidFill>
                  <a:srgbClr val="7500C0">
                    <a:lumMod val="40000"/>
                    <a:lumOff val="60000"/>
                  </a:srgbClr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RÔLE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5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NOM DU CLIENT, Nom du Projet, Date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Activités</a:t>
            </a: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principales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900" b="1" i="0" u="none" strike="noStrike" kern="1200" cap="none" spc="0" normalizeH="0" baseline="0" noProof="0">
                <a:ln>
                  <a:noFill/>
                </a:ln>
                <a:solidFill>
                  <a:srgbClr val="7500C0">
                    <a:lumMod val="40000"/>
                    <a:lumOff val="60000"/>
                  </a:srgbClr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RÔLE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5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NOM DU CLIENT, Nom du Projet, Date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Activités principales</a:t>
            </a: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lang="en-US"/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C3E51176-9D52-44A0-9889-3A59D253018E}"/>
              </a:ext>
            </a:extLst>
          </p:cNvPr>
          <p:cNvGrpSpPr/>
          <p:nvPr userDrawn="1"/>
        </p:nvGrpSpPr>
        <p:grpSpPr>
          <a:xfrm>
            <a:off x="4108888" y="175145"/>
            <a:ext cx="7140359" cy="396009"/>
            <a:chOff x="4108888" y="175145"/>
            <a:chExt cx="7140359" cy="396009"/>
          </a:xfrm>
        </p:grpSpPr>
        <p:sp>
          <p:nvSpPr>
            <p:cNvPr id="64" name="Rectangle: Rounded Corners 98">
              <a:extLst>
                <a:ext uri="{FF2B5EF4-FFF2-40B4-BE49-F238E27FC236}">
                  <a16:creationId xmlns:a16="http://schemas.microsoft.com/office/drawing/2014/main" id="{3DC0D7D1-1EC6-44B1-A838-6B332020B5A0}"/>
                </a:ext>
              </a:extLst>
            </p:cNvPr>
            <p:cNvSpPr/>
            <p:nvPr userDrawn="1"/>
          </p:nvSpPr>
          <p:spPr>
            <a:xfrm>
              <a:off x="4171251" y="175145"/>
              <a:ext cx="7077996" cy="396007"/>
            </a:xfrm>
            <a:prstGeom prst="roundRect">
              <a:avLst>
                <a:gd name="adj" fmla="val 50000"/>
              </a:avLst>
            </a:prstGeom>
            <a:solidFill>
              <a:srgbClr val="6D047E">
                <a:alpha val="10000"/>
              </a:srgb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0" tIns="36000" rIns="36000" bIns="36000" rtlCol="0" anchor="ctr"/>
            <a:lstStyle/>
            <a:p>
              <a:pPr marL="55561" marR="0" lvl="0" indent="0" algn="l" defTabSz="914377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100" b="1" i="0" u="none" strike="noStrike" kern="1200" cap="all" spc="0" normalizeH="0" baseline="0" noProof="0">
                  <a:ln>
                    <a:noFill/>
                  </a:ln>
                  <a:solidFill>
                    <a:srgbClr val="7500C0"/>
                  </a:solidFill>
                  <a:effectLst/>
                  <a:uLnTx/>
                  <a:uFillTx/>
                  <a:latin typeface="Graphik" panose="020B0503030202060203" pitchFamily="34" charset="0"/>
                </a:rPr>
                <a:t>EXPéRIENCES SIGNIFICATIVES</a:t>
              </a:r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B601A531-BE0D-4A47-964F-AB4D15ECD3D7}"/>
                </a:ext>
              </a:extLst>
            </p:cNvPr>
            <p:cNvSpPr/>
            <p:nvPr userDrawn="1"/>
          </p:nvSpPr>
          <p:spPr>
            <a:xfrm>
              <a:off x="4108888" y="175147"/>
              <a:ext cx="400526" cy="396007"/>
            </a:xfrm>
            <a:prstGeom prst="ellipse">
              <a:avLst/>
            </a:prstGeom>
            <a:solidFill>
              <a:schemeClr val="accent2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000" b="1">
                <a:latin typeface="Graphik" panose="020B0503030202060203" pitchFamily="34" charset="0"/>
              </a:endParaRPr>
            </a:p>
          </p:txBody>
        </p:sp>
        <p:grpSp>
          <p:nvGrpSpPr>
            <p:cNvPr id="68" name="trophy win award best prize reward recognition top performer star">
              <a:extLst>
                <a:ext uri="{FF2B5EF4-FFF2-40B4-BE49-F238E27FC236}">
                  <a16:creationId xmlns:a16="http://schemas.microsoft.com/office/drawing/2014/main" id="{2476699F-7FD2-43D7-92C2-3976B9CCC33A}"/>
                </a:ext>
              </a:extLst>
            </p:cNvPr>
            <p:cNvGrpSpPr>
              <a:grpSpLocks noChangeAspect="1"/>
            </p:cNvGrpSpPr>
            <p:nvPr userDrawn="1"/>
          </p:nvGrpSpPr>
          <p:grpSpPr bwMode="auto">
            <a:xfrm>
              <a:off x="4207228" y="220266"/>
              <a:ext cx="203845" cy="305764"/>
              <a:chOff x="6609" y="1719"/>
              <a:chExt cx="284" cy="426"/>
            </a:xfrm>
            <a:solidFill>
              <a:schemeClr val="bg1"/>
            </a:solidFill>
          </p:grpSpPr>
          <p:sp>
            <p:nvSpPr>
              <p:cNvPr id="69" name="Freeform 75">
                <a:extLst>
                  <a:ext uri="{FF2B5EF4-FFF2-40B4-BE49-F238E27FC236}">
                    <a16:creationId xmlns:a16="http://schemas.microsoft.com/office/drawing/2014/main" id="{1530B87D-77B9-4CE1-99B3-257BB3FF941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36" y="2091"/>
                <a:ext cx="230" cy="54"/>
              </a:xfrm>
              <a:custGeom>
                <a:avLst/>
                <a:gdLst>
                  <a:gd name="T0" fmla="*/ 150 w 156"/>
                  <a:gd name="T1" fmla="*/ 36 h 36"/>
                  <a:gd name="T2" fmla="*/ 6 w 156"/>
                  <a:gd name="T3" fmla="*/ 36 h 36"/>
                  <a:gd name="T4" fmla="*/ 0 w 156"/>
                  <a:gd name="T5" fmla="*/ 30 h 36"/>
                  <a:gd name="T6" fmla="*/ 0 w 156"/>
                  <a:gd name="T7" fmla="*/ 6 h 36"/>
                  <a:gd name="T8" fmla="*/ 6 w 156"/>
                  <a:gd name="T9" fmla="*/ 0 h 36"/>
                  <a:gd name="T10" fmla="*/ 150 w 156"/>
                  <a:gd name="T11" fmla="*/ 0 h 36"/>
                  <a:gd name="T12" fmla="*/ 156 w 156"/>
                  <a:gd name="T13" fmla="*/ 6 h 36"/>
                  <a:gd name="T14" fmla="*/ 156 w 156"/>
                  <a:gd name="T15" fmla="*/ 30 h 36"/>
                  <a:gd name="T16" fmla="*/ 150 w 156"/>
                  <a:gd name="T17" fmla="*/ 36 h 36"/>
                  <a:gd name="T18" fmla="*/ 12 w 156"/>
                  <a:gd name="T19" fmla="*/ 24 h 36"/>
                  <a:gd name="T20" fmla="*/ 144 w 156"/>
                  <a:gd name="T21" fmla="*/ 24 h 36"/>
                  <a:gd name="T22" fmla="*/ 144 w 156"/>
                  <a:gd name="T23" fmla="*/ 12 h 36"/>
                  <a:gd name="T24" fmla="*/ 12 w 156"/>
                  <a:gd name="T25" fmla="*/ 12 h 36"/>
                  <a:gd name="T26" fmla="*/ 12 w 156"/>
                  <a:gd name="T27" fmla="*/ 24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56" h="36">
                    <a:moveTo>
                      <a:pt x="150" y="36"/>
                    </a:moveTo>
                    <a:cubicBezTo>
                      <a:pt x="6" y="36"/>
                      <a:pt x="6" y="36"/>
                      <a:pt x="6" y="36"/>
                    </a:cubicBezTo>
                    <a:cubicBezTo>
                      <a:pt x="3" y="36"/>
                      <a:pt x="0" y="33"/>
                      <a:pt x="0" y="30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150" y="0"/>
                      <a:pt x="150" y="0"/>
                      <a:pt x="150" y="0"/>
                    </a:cubicBezTo>
                    <a:cubicBezTo>
                      <a:pt x="154" y="0"/>
                      <a:pt x="156" y="3"/>
                      <a:pt x="156" y="6"/>
                    </a:cubicBezTo>
                    <a:cubicBezTo>
                      <a:pt x="156" y="30"/>
                      <a:pt x="156" y="30"/>
                      <a:pt x="156" y="30"/>
                    </a:cubicBezTo>
                    <a:cubicBezTo>
                      <a:pt x="156" y="33"/>
                      <a:pt x="154" y="36"/>
                      <a:pt x="150" y="36"/>
                    </a:cubicBezTo>
                    <a:close/>
                    <a:moveTo>
                      <a:pt x="12" y="24"/>
                    </a:moveTo>
                    <a:cubicBezTo>
                      <a:pt x="144" y="24"/>
                      <a:pt x="144" y="24"/>
                      <a:pt x="144" y="24"/>
                    </a:cubicBezTo>
                    <a:cubicBezTo>
                      <a:pt x="144" y="12"/>
                      <a:pt x="144" y="12"/>
                      <a:pt x="144" y="12"/>
                    </a:cubicBezTo>
                    <a:cubicBezTo>
                      <a:pt x="12" y="12"/>
                      <a:pt x="12" y="12"/>
                      <a:pt x="12" y="12"/>
                    </a:cubicBezTo>
                    <a:lnTo>
                      <a:pt x="12" y="2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70" name="Freeform 76">
                <a:extLst>
                  <a:ext uri="{FF2B5EF4-FFF2-40B4-BE49-F238E27FC236}">
                    <a16:creationId xmlns:a16="http://schemas.microsoft.com/office/drawing/2014/main" id="{0301ABAD-9225-408E-82DF-24182EC919E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71" y="1860"/>
                <a:ext cx="161" cy="249"/>
              </a:xfrm>
              <a:custGeom>
                <a:avLst/>
                <a:gdLst>
                  <a:gd name="T0" fmla="*/ 66 w 109"/>
                  <a:gd name="T1" fmla="*/ 169 h 169"/>
                  <a:gd name="T2" fmla="*/ 42 w 109"/>
                  <a:gd name="T3" fmla="*/ 169 h 169"/>
                  <a:gd name="T4" fmla="*/ 36 w 109"/>
                  <a:gd name="T5" fmla="*/ 164 h 169"/>
                  <a:gd name="T6" fmla="*/ 0 w 109"/>
                  <a:gd name="T7" fmla="*/ 8 h 169"/>
                  <a:gd name="T8" fmla="*/ 3 w 109"/>
                  <a:gd name="T9" fmla="*/ 2 h 169"/>
                  <a:gd name="T10" fmla="*/ 9 w 109"/>
                  <a:gd name="T11" fmla="*/ 1 h 169"/>
                  <a:gd name="T12" fmla="*/ 100 w 109"/>
                  <a:gd name="T13" fmla="*/ 1 h 169"/>
                  <a:gd name="T14" fmla="*/ 106 w 109"/>
                  <a:gd name="T15" fmla="*/ 2 h 169"/>
                  <a:gd name="T16" fmla="*/ 108 w 109"/>
                  <a:gd name="T17" fmla="*/ 8 h 169"/>
                  <a:gd name="T18" fmla="*/ 72 w 109"/>
                  <a:gd name="T19" fmla="*/ 164 h 169"/>
                  <a:gd name="T20" fmla="*/ 66 w 109"/>
                  <a:gd name="T21" fmla="*/ 169 h 169"/>
                  <a:gd name="T22" fmla="*/ 47 w 109"/>
                  <a:gd name="T23" fmla="*/ 157 h 169"/>
                  <a:gd name="T24" fmla="*/ 61 w 109"/>
                  <a:gd name="T25" fmla="*/ 157 h 169"/>
                  <a:gd name="T26" fmla="*/ 94 w 109"/>
                  <a:gd name="T27" fmla="*/ 17 h 169"/>
                  <a:gd name="T28" fmla="*/ 15 w 109"/>
                  <a:gd name="T29" fmla="*/ 17 h 169"/>
                  <a:gd name="T30" fmla="*/ 47 w 109"/>
                  <a:gd name="T31" fmla="*/ 157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09" h="169">
                    <a:moveTo>
                      <a:pt x="66" y="169"/>
                    </a:moveTo>
                    <a:cubicBezTo>
                      <a:pt x="42" y="169"/>
                      <a:pt x="42" y="169"/>
                      <a:pt x="42" y="169"/>
                    </a:cubicBezTo>
                    <a:cubicBezTo>
                      <a:pt x="39" y="169"/>
                      <a:pt x="37" y="167"/>
                      <a:pt x="36" y="164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6"/>
                      <a:pt x="1" y="4"/>
                      <a:pt x="3" y="2"/>
                    </a:cubicBezTo>
                    <a:cubicBezTo>
                      <a:pt x="4" y="1"/>
                      <a:pt x="7" y="0"/>
                      <a:pt x="9" y="1"/>
                    </a:cubicBezTo>
                    <a:cubicBezTo>
                      <a:pt x="40" y="17"/>
                      <a:pt x="69" y="17"/>
                      <a:pt x="100" y="1"/>
                    </a:cubicBezTo>
                    <a:cubicBezTo>
                      <a:pt x="102" y="0"/>
                      <a:pt x="104" y="1"/>
                      <a:pt x="106" y="2"/>
                    </a:cubicBezTo>
                    <a:cubicBezTo>
                      <a:pt x="108" y="4"/>
                      <a:pt x="109" y="6"/>
                      <a:pt x="108" y="8"/>
                    </a:cubicBezTo>
                    <a:cubicBezTo>
                      <a:pt x="72" y="164"/>
                      <a:pt x="72" y="164"/>
                      <a:pt x="72" y="164"/>
                    </a:cubicBezTo>
                    <a:cubicBezTo>
                      <a:pt x="71" y="167"/>
                      <a:pt x="69" y="169"/>
                      <a:pt x="66" y="169"/>
                    </a:cubicBezTo>
                    <a:close/>
                    <a:moveTo>
                      <a:pt x="47" y="157"/>
                    </a:moveTo>
                    <a:cubicBezTo>
                      <a:pt x="61" y="157"/>
                      <a:pt x="61" y="157"/>
                      <a:pt x="61" y="157"/>
                    </a:cubicBezTo>
                    <a:cubicBezTo>
                      <a:pt x="94" y="17"/>
                      <a:pt x="94" y="17"/>
                      <a:pt x="94" y="17"/>
                    </a:cubicBezTo>
                    <a:cubicBezTo>
                      <a:pt x="68" y="27"/>
                      <a:pt x="41" y="27"/>
                      <a:pt x="15" y="17"/>
                    </a:cubicBezTo>
                    <a:lnTo>
                      <a:pt x="47" y="15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71" name="Freeform 77">
                <a:extLst>
                  <a:ext uri="{FF2B5EF4-FFF2-40B4-BE49-F238E27FC236}">
                    <a16:creationId xmlns:a16="http://schemas.microsoft.com/office/drawing/2014/main" id="{E4579AF6-A0F9-4167-89DE-116F3F242AA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89" y="1719"/>
                <a:ext cx="124" cy="124"/>
              </a:xfrm>
              <a:custGeom>
                <a:avLst/>
                <a:gdLst>
                  <a:gd name="T0" fmla="*/ 42 w 84"/>
                  <a:gd name="T1" fmla="*/ 84 h 84"/>
                  <a:gd name="T2" fmla="*/ 0 w 84"/>
                  <a:gd name="T3" fmla="*/ 42 h 84"/>
                  <a:gd name="T4" fmla="*/ 42 w 84"/>
                  <a:gd name="T5" fmla="*/ 0 h 84"/>
                  <a:gd name="T6" fmla="*/ 84 w 84"/>
                  <a:gd name="T7" fmla="*/ 42 h 84"/>
                  <a:gd name="T8" fmla="*/ 42 w 84"/>
                  <a:gd name="T9" fmla="*/ 84 h 84"/>
                  <a:gd name="T10" fmla="*/ 42 w 84"/>
                  <a:gd name="T11" fmla="*/ 12 h 84"/>
                  <a:gd name="T12" fmla="*/ 12 w 84"/>
                  <a:gd name="T13" fmla="*/ 42 h 84"/>
                  <a:gd name="T14" fmla="*/ 42 w 84"/>
                  <a:gd name="T15" fmla="*/ 72 h 84"/>
                  <a:gd name="T16" fmla="*/ 72 w 84"/>
                  <a:gd name="T17" fmla="*/ 42 h 84"/>
                  <a:gd name="T18" fmla="*/ 42 w 84"/>
                  <a:gd name="T19" fmla="*/ 12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4" h="84">
                    <a:moveTo>
                      <a:pt x="42" y="84"/>
                    </a:moveTo>
                    <a:cubicBezTo>
                      <a:pt x="19" y="84"/>
                      <a:pt x="0" y="65"/>
                      <a:pt x="0" y="42"/>
                    </a:cubicBezTo>
                    <a:cubicBezTo>
                      <a:pt x="0" y="19"/>
                      <a:pt x="19" y="0"/>
                      <a:pt x="42" y="0"/>
                    </a:cubicBezTo>
                    <a:cubicBezTo>
                      <a:pt x="65" y="0"/>
                      <a:pt x="84" y="19"/>
                      <a:pt x="84" y="42"/>
                    </a:cubicBezTo>
                    <a:cubicBezTo>
                      <a:pt x="84" y="65"/>
                      <a:pt x="65" y="84"/>
                      <a:pt x="42" y="84"/>
                    </a:cubicBezTo>
                    <a:close/>
                    <a:moveTo>
                      <a:pt x="42" y="12"/>
                    </a:moveTo>
                    <a:cubicBezTo>
                      <a:pt x="26" y="12"/>
                      <a:pt x="12" y="25"/>
                      <a:pt x="12" y="42"/>
                    </a:cubicBezTo>
                    <a:cubicBezTo>
                      <a:pt x="12" y="59"/>
                      <a:pt x="26" y="72"/>
                      <a:pt x="42" y="72"/>
                    </a:cubicBezTo>
                    <a:cubicBezTo>
                      <a:pt x="59" y="72"/>
                      <a:pt x="72" y="59"/>
                      <a:pt x="72" y="42"/>
                    </a:cubicBezTo>
                    <a:cubicBezTo>
                      <a:pt x="72" y="25"/>
                      <a:pt x="59" y="12"/>
                      <a:pt x="42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88" name="Freeform 78">
                <a:extLst>
                  <a:ext uri="{FF2B5EF4-FFF2-40B4-BE49-F238E27FC236}">
                    <a16:creationId xmlns:a16="http://schemas.microsoft.com/office/drawing/2014/main" id="{D418FA72-AB87-46D0-9E89-F288475438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79" y="1925"/>
                <a:ext cx="114" cy="180"/>
              </a:xfrm>
              <a:custGeom>
                <a:avLst/>
                <a:gdLst>
                  <a:gd name="T0" fmla="*/ 10 w 77"/>
                  <a:gd name="T1" fmla="*/ 122 h 122"/>
                  <a:gd name="T2" fmla="*/ 0 w 77"/>
                  <a:gd name="T3" fmla="*/ 115 h 122"/>
                  <a:gd name="T4" fmla="*/ 62 w 77"/>
                  <a:gd name="T5" fmla="*/ 23 h 122"/>
                  <a:gd name="T6" fmla="*/ 36 w 77"/>
                  <a:gd name="T7" fmla="*/ 11 h 122"/>
                  <a:gd name="T8" fmla="*/ 41 w 77"/>
                  <a:gd name="T9" fmla="*/ 0 h 122"/>
                  <a:gd name="T10" fmla="*/ 73 w 77"/>
                  <a:gd name="T11" fmla="*/ 15 h 122"/>
                  <a:gd name="T12" fmla="*/ 77 w 77"/>
                  <a:gd name="T13" fmla="*/ 19 h 122"/>
                  <a:gd name="T14" fmla="*/ 76 w 77"/>
                  <a:gd name="T15" fmla="*/ 24 h 122"/>
                  <a:gd name="T16" fmla="*/ 10 w 77"/>
                  <a:gd name="T17" fmla="*/ 122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7" h="122">
                    <a:moveTo>
                      <a:pt x="10" y="122"/>
                    </a:moveTo>
                    <a:cubicBezTo>
                      <a:pt x="0" y="115"/>
                      <a:pt x="0" y="115"/>
                      <a:pt x="0" y="115"/>
                    </a:cubicBezTo>
                    <a:cubicBezTo>
                      <a:pt x="62" y="23"/>
                      <a:pt x="62" y="23"/>
                      <a:pt x="62" y="23"/>
                    </a:cubicBezTo>
                    <a:cubicBezTo>
                      <a:pt x="36" y="11"/>
                      <a:pt x="36" y="11"/>
                      <a:pt x="36" y="11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73" y="15"/>
                      <a:pt x="73" y="15"/>
                      <a:pt x="73" y="15"/>
                    </a:cubicBezTo>
                    <a:cubicBezTo>
                      <a:pt x="75" y="16"/>
                      <a:pt x="76" y="17"/>
                      <a:pt x="77" y="19"/>
                    </a:cubicBezTo>
                    <a:cubicBezTo>
                      <a:pt x="77" y="21"/>
                      <a:pt x="77" y="22"/>
                      <a:pt x="76" y="24"/>
                    </a:cubicBezTo>
                    <a:lnTo>
                      <a:pt x="10" y="1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100" name="Freeform 79">
                <a:extLst>
                  <a:ext uri="{FF2B5EF4-FFF2-40B4-BE49-F238E27FC236}">
                    <a16:creationId xmlns:a16="http://schemas.microsoft.com/office/drawing/2014/main" id="{1E28F628-2379-409C-8684-FA1728A8B4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09" y="1925"/>
                <a:ext cx="114" cy="180"/>
              </a:xfrm>
              <a:custGeom>
                <a:avLst/>
                <a:gdLst>
                  <a:gd name="T0" fmla="*/ 67 w 77"/>
                  <a:gd name="T1" fmla="*/ 122 h 122"/>
                  <a:gd name="T2" fmla="*/ 2 w 77"/>
                  <a:gd name="T3" fmla="*/ 24 h 122"/>
                  <a:gd name="T4" fmla="*/ 1 w 77"/>
                  <a:gd name="T5" fmla="*/ 19 h 122"/>
                  <a:gd name="T6" fmla="*/ 4 w 77"/>
                  <a:gd name="T7" fmla="*/ 15 h 122"/>
                  <a:gd name="T8" fmla="*/ 37 w 77"/>
                  <a:gd name="T9" fmla="*/ 0 h 122"/>
                  <a:gd name="T10" fmla="*/ 42 w 77"/>
                  <a:gd name="T11" fmla="*/ 11 h 122"/>
                  <a:gd name="T12" fmla="*/ 15 w 77"/>
                  <a:gd name="T13" fmla="*/ 23 h 122"/>
                  <a:gd name="T14" fmla="*/ 77 w 77"/>
                  <a:gd name="T15" fmla="*/ 115 h 122"/>
                  <a:gd name="T16" fmla="*/ 67 w 77"/>
                  <a:gd name="T17" fmla="*/ 122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7" h="122">
                    <a:moveTo>
                      <a:pt x="67" y="122"/>
                    </a:moveTo>
                    <a:cubicBezTo>
                      <a:pt x="2" y="24"/>
                      <a:pt x="2" y="24"/>
                      <a:pt x="2" y="24"/>
                    </a:cubicBezTo>
                    <a:cubicBezTo>
                      <a:pt x="1" y="22"/>
                      <a:pt x="0" y="21"/>
                      <a:pt x="1" y="19"/>
                    </a:cubicBezTo>
                    <a:cubicBezTo>
                      <a:pt x="1" y="17"/>
                      <a:pt x="2" y="16"/>
                      <a:pt x="4" y="15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42" y="11"/>
                      <a:pt x="42" y="11"/>
                      <a:pt x="42" y="11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77" y="115"/>
                      <a:pt x="77" y="115"/>
                      <a:pt x="77" y="115"/>
                    </a:cubicBezTo>
                    <a:lnTo>
                      <a:pt x="67" y="1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01" name="Group 101">
            <a:extLst>
              <a:ext uri="{FF2B5EF4-FFF2-40B4-BE49-F238E27FC236}">
                <a16:creationId xmlns:a16="http://schemas.microsoft.com/office/drawing/2014/main" id="{DFA93745-192C-4540-9787-AE8F361061A3}"/>
              </a:ext>
            </a:extLst>
          </p:cNvPr>
          <p:cNvGrpSpPr/>
          <p:nvPr userDrawn="1"/>
        </p:nvGrpSpPr>
        <p:grpSpPr>
          <a:xfrm>
            <a:off x="11407296" y="84265"/>
            <a:ext cx="559449" cy="567718"/>
            <a:chOff x="7824192" y="3447860"/>
            <a:chExt cx="381000" cy="390525"/>
          </a:xfrm>
          <a:solidFill>
            <a:schemeClr val="accent1"/>
          </a:solidFill>
        </p:grpSpPr>
        <p:pic>
          <p:nvPicPr>
            <p:cNvPr id="102" name="Graphic 102">
              <a:extLst>
                <a:ext uri="{FF2B5EF4-FFF2-40B4-BE49-F238E27FC236}">
                  <a16:creationId xmlns:a16="http://schemas.microsoft.com/office/drawing/2014/main" id="{7B821BD6-B088-4171-A842-028D60945A8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824192" y="3600260"/>
              <a:ext cx="381000" cy="238125"/>
            </a:xfrm>
            <a:prstGeom prst="rect">
              <a:avLst/>
            </a:prstGeom>
          </p:spPr>
        </p:pic>
        <p:pic>
          <p:nvPicPr>
            <p:cNvPr id="103" name="Graphic 103">
              <a:extLst>
                <a:ext uri="{FF2B5EF4-FFF2-40B4-BE49-F238E27FC236}">
                  <a16:creationId xmlns:a16="http://schemas.microsoft.com/office/drawing/2014/main" id="{83238B4C-6AAE-47E6-93F8-C1BAC9D54BA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824192" y="3447860"/>
              <a:ext cx="381000" cy="238125"/>
            </a:xfrm>
            <a:prstGeom prst="rect">
              <a:avLst/>
            </a:prstGeom>
          </p:spPr>
        </p:pic>
      </p:grpSp>
      <p:sp>
        <p:nvSpPr>
          <p:cNvPr id="104" name="Rectangle: Rounded Corners 10">
            <a:extLst>
              <a:ext uri="{FF2B5EF4-FFF2-40B4-BE49-F238E27FC236}">
                <a16:creationId xmlns:a16="http://schemas.microsoft.com/office/drawing/2014/main" id="{C8346483-7DEA-40C6-844D-EEB55AF8AA1C}"/>
              </a:ext>
            </a:extLst>
          </p:cNvPr>
          <p:cNvSpPr/>
          <p:nvPr userDrawn="1"/>
        </p:nvSpPr>
        <p:spPr>
          <a:xfrm>
            <a:off x="-1" y="1527151"/>
            <a:ext cx="4013203" cy="305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91440" rIns="0" bIns="45720" rtlCol="0">
            <a:noAutofit/>
          </a:bodyPr>
          <a:lstStyle/>
          <a:p>
            <a:pPr marL="55561" lvl="0" indent="0" defTabSz="914377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 sz="1100" b="0" cap="none" baseline="0" noProof="0">
                <a:solidFill>
                  <a:schemeClr val="accent2"/>
                </a:solidFill>
                <a:latin typeface="Graphik Black" panose="020B0A03030202060203" pitchFamily="34" charset="0"/>
              </a:rPr>
              <a:t>PARCOURS PROFESSIONNEL ET ACADÉMIQUE</a:t>
            </a:r>
          </a:p>
        </p:txBody>
      </p:sp>
      <p:sp>
        <p:nvSpPr>
          <p:cNvPr id="105" name="Rectangle: Rounded Corners 10">
            <a:extLst>
              <a:ext uri="{FF2B5EF4-FFF2-40B4-BE49-F238E27FC236}">
                <a16:creationId xmlns:a16="http://schemas.microsoft.com/office/drawing/2014/main" id="{074314DF-E8DE-4257-BB1B-7C50A7FC642B}"/>
              </a:ext>
            </a:extLst>
          </p:cNvPr>
          <p:cNvSpPr/>
          <p:nvPr userDrawn="1"/>
        </p:nvSpPr>
        <p:spPr>
          <a:xfrm>
            <a:off x="0" y="4195942"/>
            <a:ext cx="4013203" cy="305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91440" rIns="0" bIns="45720" rtlCol="0">
            <a:noAutofit/>
          </a:bodyPr>
          <a:lstStyle/>
          <a:p>
            <a:pPr marL="55561" lvl="0" indent="0" defTabSz="914377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 sz="1100" b="0" cap="none" baseline="0" noProof="0">
                <a:solidFill>
                  <a:schemeClr val="accent2"/>
                </a:solidFill>
                <a:latin typeface="Graphik Black" panose="020B0A03030202060203" pitchFamily="34" charset="0"/>
              </a:rPr>
              <a:t> COMPÉTENCES &amp; CERTIFICATIONS</a:t>
            </a:r>
            <a:endParaRPr lang="en-AU" sz="1100" b="0" cap="none" baseline="0">
              <a:solidFill>
                <a:schemeClr val="accent2"/>
              </a:solidFill>
              <a:latin typeface="Graphik Black" panose="020B0A03030202060203" pitchFamily="34" charset="0"/>
            </a:endParaRPr>
          </a:p>
        </p:txBody>
      </p:sp>
      <p:sp>
        <p:nvSpPr>
          <p:cNvPr id="106" name="Text Placeholder 9">
            <a:extLst>
              <a:ext uri="{FF2B5EF4-FFF2-40B4-BE49-F238E27FC236}">
                <a16:creationId xmlns:a16="http://schemas.microsoft.com/office/drawing/2014/main" id="{99C5DC95-2DAC-40D9-BCEA-98D2D3E0BE1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8790" y="1064142"/>
            <a:ext cx="3460703" cy="221599"/>
          </a:xfrm>
          <a:noFill/>
        </p:spPr>
        <p:txBody>
          <a:bodyPr wrap="square" lIns="0" tIns="0" rIns="0" bIns="0">
            <a:spAutoFit/>
          </a:bodyPr>
          <a:lstStyle>
            <a:lvl1pPr marL="0">
              <a:lnSpc>
                <a:spcPct val="80000"/>
              </a:lnSpc>
              <a:spcAft>
                <a:spcPts val="0"/>
              </a:spcAft>
              <a:defRPr sz="1800" cap="all" normalizeH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Rôle</a:t>
            </a:r>
            <a:endParaRPr lang="en-US"/>
          </a:p>
        </p:txBody>
      </p:sp>
      <p:sp>
        <p:nvSpPr>
          <p:cNvPr id="107" name="Rectangle: Rounded Corners 10">
            <a:extLst>
              <a:ext uri="{FF2B5EF4-FFF2-40B4-BE49-F238E27FC236}">
                <a16:creationId xmlns:a16="http://schemas.microsoft.com/office/drawing/2014/main" id="{9A58CF05-3C25-4E49-8BB9-13CB0BAA426E}"/>
              </a:ext>
            </a:extLst>
          </p:cNvPr>
          <p:cNvSpPr/>
          <p:nvPr userDrawn="1"/>
        </p:nvSpPr>
        <p:spPr>
          <a:xfrm>
            <a:off x="0" y="5707522"/>
            <a:ext cx="3992845" cy="305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91440" rIns="0" bIns="45720" rtlCol="0">
            <a:noAutofit/>
          </a:bodyPr>
          <a:lstStyle/>
          <a:p>
            <a:pPr marL="55561" marR="0" lvl="0" indent="0" algn="l" defTabSz="914377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100" b="1" kern="1200">
                <a:solidFill>
                  <a:schemeClr val="accent2"/>
                </a:solidFill>
                <a:latin typeface="+mj-lt"/>
                <a:ea typeface="+mn-ea"/>
                <a:cs typeface="Arial" panose="020B0604020202020204" pitchFamily="34" charset="0"/>
              </a:rPr>
              <a:t> INDUSTRIES</a:t>
            </a:r>
            <a:endParaRPr lang="en-AU" sz="1100" b="1" kern="1200">
              <a:solidFill>
                <a:schemeClr val="accent2"/>
              </a:solidFill>
              <a:latin typeface="+mj-lt"/>
              <a:ea typeface="+mn-ea"/>
              <a:cs typeface="Arial" panose="020B0604020202020204" pitchFamily="34" charset="0"/>
            </a:endParaRPr>
          </a:p>
          <a:p>
            <a:pPr marL="55561" lvl="0" indent="0" defTabSz="914377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endParaRPr lang="en-AU" sz="1100" b="0" cap="none" baseline="0">
              <a:solidFill>
                <a:schemeClr val="accent2"/>
              </a:solidFill>
              <a:latin typeface="Graphik Black" panose="020B0A03030202060203" pitchFamily="34" charset="0"/>
            </a:endParaRPr>
          </a:p>
        </p:txBody>
      </p:sp>
      <p:sp>
        <p:nvSpPr>
          <p:cNvPr id="109" name="Text Placeholder 131">
            <a:extLst>
              <a:ext uri="{FF2B5EF4-FFF2-40B4-BE49-F238E27FC236}">
                <a16:creationId xmlns:a16="http://schemas.microsoft.com/office/drawing/2014/main" id="{8457750B-1B67-4E6F-91F8-E835B830C01B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68360" y="6013182"/>
            <a:ext cx="3835282" cy="79044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227011" indent="-171450">
              <a:spcAft>
                <a:spcPts val="0"/>
              </a:spcAft>
              <a:buFont typeface="Arial" panose="020B0604020202020204" pitchFamily="34" charset="0"/>
              <a:buChar char="•"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endParaRPr lang="en-US"/>
          </a:p>
        </p:txBody>
      </p:sp>
      <p:sp>
        <p:nvSpPr>
          <p:cNvPr id="26" name="Text Placeholder 131">
            <a:extLst>
              <a:ext uri="{FF2B5EF4-FFF2-40B4-BE49-F238E27FC236}">
                <a16:creationId xmlns:a16="http://schemas.microsoft.com/office/drawing/2014/main" id="{5A2EA68B-9BB2-4DDD-BEEF-4E437C63F146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68360" y="4546549"/>
            <a:ext cx="1829981" cy="114439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227011" indent="-171450">
              <a:spcAft>
                <a:spcPts val="0"/>
              </a:spcAft>
              <a:buFont typeface="Arial" panose="020B0604020202020204" pitchFamily="34" charset="0"/>
              <a:buChar char="•"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endParaRPr lang="en-US"/>
          </a:p>
        </p:txBody>
      </p:sp>
      <p:sp>
        <p:nvSpPr>
          <p:cNvPr id="27" name="Text Placeholder 131">
            <a:extLst>
              <a:ext uri="{FF2B5EF4-FFF2-40B4-BE49-F238E27FC236}">
                <a16:creationId xmlns:a16="http://schemas.microsoft.com/office/drawing/2014/main" id="{A26A33F3-D88F-48BE-B4E7-4DFBFB77AD3F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2006600" y="4546549"/>
            <a:ext cx="1907221" cy="114439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227011" indent="-171450">
              <a:spcAft>
                <a:spcPts val="0"/>
              </a:spcAft>
              <a:buFont typeface="Arial" panose="020B0604020202020204" pitchFamily="34" charset="0"/>
              <a:buChar char="•"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394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Diagonal Corners Rounded 1">
            <a:extLst>
              <a:ext uri="{FF2B5EF4-FFF2-40B4-BE49-F238E27FC236}">
                <a16:creationId xmlns:a16="http://schemas.microsoft.com/office/drawing/2014/main" id="{AB4BC4BF-5960-4EEA-A3F1-5837F24D238F}"/>
              </a:ext>
            </a:extLst>
          </p:cNvPr>
          <p:cNvSpPr/>
          <p:nvPr userDrawn="1"/>
        </p:nvSpPr>
        <p:spPr>
          <a:xfrm>
            <a:off x="0" y="0"/>
            <a:ext cx="3913821" cy="1527151"/>
          </a:xfrm>
          <a:prstGeom prst="round2DiagRect">
            <a:avLst/>
          </a:prstGeom>
          <a:solidFill>
            <a:srgbClr val="750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/>
          </a:p>
        </p:txBody>
      </p:sp>
      <p:sp>
        <p:nvSpPr>
          <p:cNvPr id="12" name="Rechteck 9">
            <a:extLst>
              <a:ext uri="{FF2B5EF4-FFF2-40B4-BE49-F238E27FC236}">
                <a16:creationId xmlns:a16="http://schemas.microsoft.com/office/drawing/2014/main" id="{63D09389-048B-4EA1-89D9-AEE8AE1C4625}"/>
              </a:ext>
            </a:extLst>
          </p:cNvPr>
          <p:cNvSpPr/>
          <p:nvPr userDrawn="1"/>
        </p:nvSpPr>
        <p:spPr>
          <a:xfrm flipH="1">
            <a:off x="-1" y="0"/>
            <a:ext cx="4013203" cy="68646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680" tIns="22840" rIns="45680" bIns="22840" rtlCol="0" anchor="ctr"/>
          <a:lstStyle/>
          <a:p>
            <a:pPr algn="ctr" defTabSz="228394"/>
            <a:endParaRPr lang="de-DE" sz="933" b="0" cap="none" spc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/>
            </a:endParaRPr>
          </a:p>
        </p:txBody>
      </p:sp>
      <p:graphicFrame>
        <p:nvGraphicFramePr>
          <p:cNvPr id="6" name="Objekt 5" hidden="1">
            <a:extLst>
              <a:ext uri="{FF2B5EF4-FFF2-40B4-BE49-F238E27FC236}">
                <a16:creationId xmlns:a16="http://schemas.microsoft.com/office/drawing/2014/main" id="{CBA48427-9E4C-46A3-A8DA-41590B35B83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6" name="Objekt 5" hidden="1">
                        <a:extLst>
                          <a:ext uri="{FF2B5EF4-FFF2-40B4-BE49-F238E27FC236}">
                            <a16:creationId xmlns:a16="http://schemas.microsoft.com/office/drawing/2014/main" id="{CBA48427-9E4C-46A3-A8DA-41590B35B83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4E4B6BF-F976-407A-B724-BF43FD1368A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5999" y="265492"/>
            <a:ext cx="3085376" cy="305660"/>
          </a:xfrm>
          <a:noFill/>
        </p:spPr>
        <p:txBody>
          <a:bodyPr wrap="square" lIns="0" tIns="0" rIns="0" bIns="0">
            <a:spAutoFit/>
          </a:bodyPr>
          <a:lstStyle>
            <a:lvl1pPr marL="0">
              <a:lnSpc>
                <a:spcPct val="80000"/>
              </a:lnSpc>
              <a:spcAft>
                <a:spcPts val="0"/>
              </a:spcAft>
              <a:defRPr sz="2400" cap="all" normalizeH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NAME SURNAME</a:t>
            </a:r>
          </a:p>
        </p:txBody>
      </p:sp>
      <p:sp>
        <p:nvSpPr>
          <p:cNvPr id="44" name="Text Placeholder 131">
            <a:extLst>
              <a:ext uri="{FF2B5EF4-FFF2-40B4-BE49-F238E27FC236}">
                <a16:creationId xmlns:a16="http://schemas.microsoft.com/office/drawing/2014/main" id="{CF439A69-077F-458A-9472-FBA1545CCF9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539" y="1878030"/>
            <a:ext cx="3835282" cy="224123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55561" indent="0">
              <a:buFont typeface="Arial" panose="020B0604020202020204" pitchFamily="34" charset="0"/>
              <a:buNone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fr-FR"/>
              <a:t>XXXX</a:t>
            </a:r>
            <a:endParaRPr lang="en-GB"/>
          </a:p>
          <a:p>
            <a:endParaRPr lang="en-US"/>
          </a:p>
        </p:txBody>
      </p:sp>
      <p:sp>
        <p:nvSpPr>
          <p:cNvPr id="51" name="Text Placeholder 131">
            <a:extLst>
              <a:ext uri="{FF2B5EF4-FFF2-40B4-BE49-F238E27FC236}">
                <a16:creationId xmlns:a16="http://schemas.microsoft.com/office/drawing/2014/main" id="{565F6716-8CE9-4754-BCC4-4E803C7B1CA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21461" y="690297"/>
            <a:ext cx="7992000" cy="6113327"/>
          </a:xfrm>
          <a:noFill/>
          <a:ln>
            <a:solidFill>
              <a:schemeClr val="accent1">
                <a:lumMod val="20000"/>
                <a:lumOff val="80000"/>
              </a:schemeClr>
            </a:solidFill>
            <a:prstDash val="sysDot"/>
          </a:ln>
        </p:spPr>
        <p:txBody>
          <a:bodyPr lIns="72000" tIns="72000" rIns="36000">
            <a:noAutofit/>
          </a:bodyPr>
          <a:lstStyle>
            <a:lvl1pPr marL="55561" indent="0">
              <a:buFont typeface="Arial" panose="020B0604020202020204" pitchFamily="34" charset="0"/>
              <a:buNone/>
              <a:defRPr sz="1150" b="0" i="1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spcAft>
                <a:spcPts val="400"/>
              </a:spcAft>
              <a:buFontTx/>
              <a:buNone/>
              <a:defRPr sz="750"/>
            </a:lvl2pPr>
            <a:lvl3pPr indent="-72000">
              <a:spcBef>
                <a:spcPts val="0"/>
              </a:spcBef>
              <a:spcAft>
                <a:spcPts val="400"/>
              </a:spcAft>
              <a:defRPr sz="1100"/>
            </a:lvl3pPr>
          </a:lstStyle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900" b="1" i="0" u="none" strike="noStrike" kern="1200" cap="none" spc="0" normalizeH="0" baseline="0" noProof="0">
                <a:ln>
                  <a:noFill/>
                </a:ln>
                <a:solidFill>
                  <a:srgbClr val="7500C0">
                    <a:lumMod val="40000"/>
                    <a:lumOff val="60000"/>
                  </a:srgbClr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ROLE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5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CLIENT NAME, Project name, Date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Main activities</a:t>
            </a: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900" b="1" i="0" u="none" strike="noStrike" kern="1200" cap="none" spc="0" normalizeH="0" baseline="0" noProof="0">
                <a:ln>
                  <a:noFill/>
                </a:ln>
                <a:solidFill>
                  <a:srgbClr val="7500C0">
                    <a:lumMod val="40000"/>
                    <a:lumOff val="60000"/>
                  </a:srgbClr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ROLE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5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CLIENT NAME, Project name, Date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Main activities</a:t>
            </a: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596EBC3-6BDE-417B-9D3A-2703945C4430}"/>
              </a:ext>
            </a:extLst>
          </p:cNvPr>
          <p:cNvGrpSpPr/>
          <p:nvPr userDrawn="1"/>
        </p:nvGrpSpPr>
        <p:grpSpPr>
          <a:xfrm>
            <a:off x="4108888" y="175145"/>
            <a:ext cx="7140359" cy="396009"/>
            <a:chOff x="4108888" y="175145"/>
            <a:chExt cx="7140359" cy="396009"/>
          </a:xfrm>
        </p:grpSpPr>
        <p:sp>
          <p:nvSpPr>
            <p:cNvPr id="63" name="Rectangle: Rounded Corners 98">
              <a:extLst>
                <a:ext uri="{FF2B5EF4-FFF2-40B4-BE49-F238E27FC236}">
                  <a16:creationId xmlns:a16="http://schemas.microsoft.com/office/drawing/2014/main" id="{CBBFEC3D-F23C-42F0-99DB-089E8DD98BC3}"/>
                </a:ext>
              </a:extLst>
            </p:cNvPr>
            <p:cNvSpPr/>
            <p:nvPr userDrawn="1"/>
          </p:nvSpPr>
          <p:spPr>
            <a:xfrm>
              <a:off x="4171251" y="175145"/>
              <a:ext cx="7077996" cy="396007"/>
            </a:xfrm>
            <a:prstGeom prst="roundRect">
              <a:avLst>
                <a:gd name="adj" fmla="val 50000"/>
              </a:avLst>
            </a:prstGeom>
            <a:solidFill>
              <a:srgbClr val="6D047E">
                <a:alpha val="10000"/>
              </a:srgb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0" tIns="36000" rIns="36000" bIns="36000" rtlCol="0" anchor="ctr"/>
            <a:lstStyle/>
            <a:p>
              <a:pPr marL="55561" marR="0" lvl="0" indent="0" algn="l" defTabSz="914377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100" b="1" i="0" u="none" strike="noStrike" kern="1200" cap="all" spc="0" normalizeH="0" baseline="0" noProof="0">
                  <a:ln>
                    <a:noFill/>
                  </a:ln>
                  <a:solidFill>
                    <a:srgbClr val="7500C0"/>
                  </a:solidFill>
                  <a:effectLst/>
                  <a:uLnTx/>
                  <a:uFillTx/>
                  <a:latin typeface="Graphik" panose="020B0503030202060203" pitchFamily="34" charset="0"/>
                </a:rPr>
                <a:t>SIGNIFICANT EXPERIENCES</a:t>
              </a:r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16559F58-2054-4E9D-A75F-8692A26C523B}"/>
                </a:ext>
              </a:extLst>
            </p:cNvPr>
            <p:cNvSpPr/>
            <p:nvPr userDrawn="1"/>
          </p:nvSpPr>
          <p:spPr>
            <a:xfrm>
              <a:off x="4108888" y="175147"/>
              <a:ext cx="400526" cy="396007"/>
            </a:xfrm>
            <a:prstGeom prst="ellipse">
              <a:avLst/>
            </a:prstGeom>
            <a:solidFill>
              <a:schemeClr val="accent2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000" b="1">
                <a:latin typeface="Graphik" panose="020B0503030202060203" pitchFamily="34" charset="0"/>
              </a:endParaRPr>
            </a:p>
          </p:txBody>
        </p:sp>
        <p:grpSp>
          <p:nvGrpSpPr>
            <p:cNvPr id="37" name="trophy win award best prize reward recognition top performer star">
              <a:extLst>
                <a:ext uri="{FF2B5EF4-FFF2-40B4-BE49-F238E27FC236}">
                  <a16:creationId xmlns:a16="http://schemas.microsoft.com/office/drawing/2014/main" id="{6412261F-134D-49C3-9A5F-5B6C51592BA8}"/>
                </a:ext>
              </a:extLst>
            </p:cNvPr>
            <p:cNvGrpSpPr>
              <a:grpSpLocks noChangeAspect="1"/>
            </p:cNvGrpSpPr>
            <p:nvPr userDrawn="1"/>
          </p:nvGrpSpPr>
          <p:grpSpPr bwMode="auto">
            <a:xfrm>
              <a:off x="4207228" y="220266"/>
              <a:ext cx="203845" cy="305764"/>
              <a:chOff x="6609" y="1719"/>
              <a:chExt cx="284" cy="426"/>
            </a:xfrm>
            <a:solidFill>
              <a:schemeClr val="bg1"/>
            </a:solidFill>
          </p:grpSpPr>
          <p:sp>
            <p:nvSpPr>
              <p:cNvPr id="38" name="Freeform 75">
                <a:extLst>
                  <a:ext uri="{FF2B5EF4-FFF2-40B4-BE49-F238E27FC236}">
                    <a16:creationId xmlns:a16="http://schemas.microsoft.com/office/drawing/2014/main" id="{D4B7B4C9-204F-4C10-B84A-A73308FAFC1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36" y="2091"/>
                <a:ext cx="230" cy="54"/>
              </a:xfrm>
              <a:custGeom>
                <a:avLst/>
                <a:gdLst>
                  <a:gd name="T0" fmla="*/ 150 w 156"/>
                  <a:gd name="T1" fmla="*/ 36 h 36"/>
                  <a:gd name="T2" fmla="*/ 6 w 156"/>
                  <a:gd name="T3" fmla="*/ 36 h 36"/>
                  <a:gd name="T4" fmla="*/ 0 w 156"/>
                  <a:gd name="T5" fmla="*/ 30 h 36"/>
                  <a:gd name="T6" fmla="*/ 0 w 156"/>
                  <a:gd name="T7" fmla="*/ 6 h 36"/>
                  <a:gd name="T8" fmla="*/ 6 w 156"/>
                  <a:gd name="T9" fmla="*/ 0 h 36"/>
                  <a:gd name="T10" fmla="*/ 150 w 156"/>
                  <a:gd name="T11" fmla="*/ 0 h 36"/>
                  <a:gd name="T12" fmla="*/ 156 w 156"/>
                  <a:gd name="T13" fmla="*/ 6 h 36"/>
                  <a:gd name="T14" fmla="*/ 156 w 156"/>
                  <a:gd name="T15" fmla="*/ 30 h 36"/>
                  <a:gd name="T16" fmla="*/ 150 w 156"/>
                  <a:gd name="T17" fmla="*/ 36 h 36"/>
                  <a:gd name="T18" fmla="*/ 12 w 156"/>
                  <a:gd name="T19" fmla="*/ 24 h 36"/>
                  <a:gd name="T20" fmla="*/ 144 w 156"/>
                  <a:gd name="T21" fmla="*/ 24 h 36"/>
                  <a:gd name="T22" fmla="*/ 144 w 156"/>
                  <a:gd name="T23" fmla="*/ 12 h 36"/>
                  <a:gd name="T24" fmla="*/ 12 w 156"/>
                  <a:gd name="T25" fmla="*/ 12 h 36"/>
                  <a:gd name="T26" fmla="*/ 12 w 156"/>
                  <a:gd name="T27" fmla="*/ 24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56" h="36">
                    <a:moveTo>
                      <a:pt x="150" y="36"/>
                    </a:moveTo>
                    <a:cubicBezTo>
                      <a:pt x="6" y="36"/>
                      <a:pt x="6" y="36"/>
                      <a:pt x="6" y="36"/>
                    </a:cubicBezTo>
                    <a:cubicBezTo>
                      <a:pt x="3" y="36"/>
                      <a:pt x="0" y="33"/>
                      <a:pt x="0" y="30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150" y="0"/>
                      <a:pt x="150" y="0"/>
                      <a:pt x="150" y="0"/>
                    </a:cubicBezTo>
                    <a:cubicBezTo>
                      <a:pt x="154" y="0"/>
                      <a:pt x="156" y="3"/>
                      <a:pt x="156" y="6"/>
                    </a:cubicBezTo>
                    <a:cubicBezTo>
                      <a:pt x="156" y="30"/>
                      <a:pt x="156" y="30"/>
                      <a:pt x="156" y="30"/>
                    </a:cubicBezTo>
                    <a:cubicBezTo>
                      <a:pt x="156" y="33"/>
                      <a:pt x="154" y="36"/>
                      <a:pt x="150" y="36"/>
                    </a:cubicBezTo>
                    <a:close/>
                    <a:moveTo>
                      <a:pt x="12" y="24"/>
                    </a:moveTo>
                    <a:cubicBezTo>
                      <a:pt x="144" y="24"/>
                      <a:pt x="144" y="24"/>
                      <a:pt x="144" y="24"/>
                    </a:cubicBezTo>
                    <a:cubicBezTo>
                      <a:pt x="144" y="12"/>
                      <a:pt x="144" y="12"/>
                      <a:pt x="144" y="12"/>
                    </a:cubicBezTo>
                    <a:cubicBezTo>
                      <a:pt x="12" y="12"/>
                      <a:pt x="12" y="12"/>
                      <a:pt x="12" y="12"/>
                    </a:cubicBezTo>
                    <a:lnTo>
                      <a:pt x="12" y="2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39" name="Freeform 76">
                <a:extLst>
                  <a:ext uri="{FF2B5EF4-FFF2-40B4-BE49-F238E27FC236}">
                    <a16:creationId xmlns:a16="http://schemas.microsoft.com/office/drawing/2014/main" id="{64AE8827-B49A-41BE-9C02-4A46058892A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71" y="1860"/>
                <a:ext cx="161" cy="249"/>
              </a:xfrm>
              <a:custGeom>
                <a:avLst/>
                <a:gdLst>
                  <a:gd name="T0" fmla="*/ 66 w 109"/>
                  <a:gd name="T1" fmla="*/ 169 h 169"/>
                  <a:gd name="T2" fmla="*/ 42 w 109"/>
                  <a:gd name="T3" fmla="*/ 169 h 169"/>
                  <a:gd name="T4" fmla="*/ 36 w 109"/>
                  <a:gd name="T5" fmla="*/ 164 h 169"/>
                  <a:gd name="T6" fmla="*/ 0 w 109"/>
                  <a:gd name="T7" fmla="*/ 8 h 169"/>
                  <a:gd name="T8" fmla="*/ 3 w 109"/>
                  <a:gd name="T9" fmla="*/ 2 h 169"/>
                  <a:gd name="T10" fmla="*/ 9 w 109"/>
                  <a:gd name="T11" fmla="*/ 1 h 169"/>
                  <a:gd name="T12" fmla="*/ 100 w 109"/>
                  <a:gd name="T13" fmla="*/ 1 h 169"/>
                  <a:gd name="T14" fmla="*/ 106 w 109"/>
                  <a:gd name="T15" fmla="*/ 2 h 169"/>
                  <a:gd name="T16" fmla="*/ 108 w 109"/>
                  <a:gd name="T17" fmla="*/ 8 h 169"/>
                  <a:gd name="T18" fmla="*/ 72 w 109"/>
                  <a:gd name="T19" fmla="*/ 164 h 169"/>
                  <a:gd name="T20" fmla="*/ 66 w 109"/>
                  <a:gd name="T21" fmla="*/ 169 h 169"/>
                  <a:gd name="T22" fmla="*/ 47 w 109"/>
                  <a:gd name="T23" fmla="*/ 157 h 169"/>
                  <a:gd name="T24" fmla="*/ 61 w 109"/>
                  <a:gd name="T25" fmla="*/ 157 h 169"/>
                  <a:gd name="T26" fmla="*/ 94 w 109"/>
                  <a:gd name="T27" fmla="*/ 17 h 169"/>
                  <a:gd name="T28" fmla="*/ 15 w 109"/>
                  <a:gd name="T29" fmla="*/ 17 h 169"/>
                  <a:gd name="T30" fmla="*/ 47 w 109"/>
                  <a:gd name="T31" fmla="*/ 157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09" h="169">
                    <a:moveTo>
                      <a:pt x="66" y="169"/>
                    </a:moveTo>
                    <a:cubicBezTo>
                      <a:pt x="42" y="169"/>
                      <a:pt x="42" y="169"/>
                      <a:pt x="42" y="169"/>
                    </a:cubicBezTo>
                    <a:cubicBezTo>
                      <a:pt x="39" y="169"/>
                      <a:pt x="37" y="167"/>
                      <a:pt x="36" y="164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6"/>
                      <a:pt x="1" y="4"/>
                      <a:pt x="3" y="2"/>
                    </a:cubicBezTo>
                    <a:cubicBezTo>
                      <a:pt x="4" y="1"/>
                      <a:pt x="7" y="0"/>
                      <a:pt x="9" y="1"/>
                    </a:cubicBezTo>
                    <a:cubicBezTo>
                      <a:pt x="40" y="17"/>
                      <a:pt x="69" y="17"/>
                      <a:pt x="100" y="1"/>
                    </a:cubicBezTo>
                    <a:cubicBezTo>
                      <a:pt x="102" y="0"/>
                      <a:pt x="104" y="1"/>
                      <a:pt x="106" y="2"/>
                    </a:cubicBezTo>
                    <a:cubicBezTo>
                      <a:pt x="108" y="4"/>
                      <a:pt x="109" y="6"/>
                      <a:pt x="108" y="8"/>
                    </a:cubicBezTo>
                    <a:cubicBezTo>
                      <a:pt x="72" y="164"/>
                      <a:pt x="72" y="164"/>
                      <a:pt x="72" y="164"/>
                    </a:cubicBezTo>
                    <a:cubicBezTo>
                      <a:pt x="71" y="167"/>
                      <a:pt x="69" y="169"/>
                      <a:pt x="66" y="169"/>
                    </a:cubicBezTo>
                    <a:close/>
                    <a:moveTo>
                      <a:pt x="47" y="157"/>
                    </a:moveTo>
                    <a:cubicBezTo>
                      <a:pt x="61" y="157"/>
                      <a:pt x="61" y="157"/>
                      <a:pt x="61" y="157"/>
                    </a:cubicBezTo>
                    <a:cubicBezTo>
                      <a:pt x="94" y="17"/>
                      <a:pt x="94" y="17"/>
                      <a:pt x="94" y="17"/>
                    </a:cubicBezTo>
                    <a:cubicBezTo>
                      <a:pt x="68" y="27"/>
                      <a:pt x="41" y="27"/>
                      <a:pt x="15" y="17"/>
                    </a:cubicBezTo>
                    <a:lnTo>
                      <a:pt x="47" y="15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40" name="Freeform 77">
                <a:extLst>
                  <a:ext uri="{FF2B5EF4-FFF2-40B4-BE49-F238E27FC236}">
                    <a16:creationId xmlns:a16="http://schemas.microsoft.com/office/drawing/2014/main" id="{6CC663FC-2175-4EB3-8B47-65F3A9DCF36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89" y="1719"/>
                <a:ext cx="124" cy="124"/>
              </a:xfrm>
              <a:custGeom>
                <a:avLst/>
                <a:gdLst>
                  <a:gd name="T0" fmla="*/ 42 w 84"/>
                  <a:gd name="T1" fmla="*/ 84 h 84"/>
                  <a:gd name="T2" fmla="*/ 0 w 84"/>
                  <a:gd name="T3" fmla="*/ 42 h 84"/>
                  <a:gd name="T4" fmla="*/ 42 w 84"/>
                  <a:gd name="T5" fmla="*/ 0 h 84"/>
                  <a:gd name="T6" fmla="*/ 84 w 84"/>
                  <a:gd name="T7" fmla="*/ 42 h 84"/>
                  <a:gd name="T8" fmla="*/ 42 w 84"/>
                  <a:gd name="T9" fmla="*/ 84 h 84"/>
                  <a:gd name="T10" fmla="*/ 42 w 84"/>
                  <a:gd name="T11" fmla="*/ 12 h 84"/>
                  <a:gd name="T12" fmla="*/ 12 w 84"/>
                  <a:gd name="T13" fmla="*/ 42 h 84"/>
                  <a:gd name="T14" fmla="*/ 42 w 84"/>
                  <a:gd name="T15" fmla="*/ 72 h 84"/>
                  <a:gd name="T16" fmla="*/ 72 w 84"/>
                  <a:gd name="T17" fmla="*/ 42 h 84"/>
                  <a:gd name="T18" fmla="*/ 42 w 84"/>
                  <a:gd name="T19" fmla="*/ 12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4" h="84">
                    <a:moveTo>
                      <a:pt x="42" y="84"/>
                    </a:moveTo>
                    <a:cubicBezTo>
                      <a:pt x="19" y="84"/>
                      <a:pt x="0" y="65"/>
                      <a:pt x="0" y="42"/>
                    </a:cubicBezTo>
                    <a:cubicBezTo>
                      <a:pt x="0" y="19"/>
                      <a:pt x="19" y="0"/>
                      <a:pt x="42" y="0"/>
                    </a:cubicBezTo>
                    <a:cubicBezTo>
                      <a:pt x="65" y="0"/>
                      <a:pt x="84" y="19"/>
                      <a:pt x="84" y="42"/>
                    </a:cubicBezTo>
                    <a:cubicBezTo>
                      <a:pt x="84" y="65"/>
                      <a:pt x="65" y="84"/>
                      <a:pt x="42" y="84"/>
                    </a:cubicBezTo>
                    <a:close/>
                    <a:moveTo>
                      <a:pt x="42" y="12"/>
                    </a:moveTo>
                    <a:cubicBezTo>
                      <a:pt x="26" y="12"/>
                      <a:pt x="12" y="25"/>
                      <a:pt x="12" y="42"/>
                    </a:cubicBezTo>
                    <a:cubicBezTo>
                      <a:pt x="12" y="59"/>
                      <a:pt x="26" y="72"/>
                      <a:pt x="42" y="72"/>
                    </a:cubicBezTo>
                    <a:cubicBezTo>
                      <a:pt x="59" y="72"/>
                      <a:pt x="72" y="59"/>
                      <a:pt x="72" y="42"/>
                    </a:cubicBezTo>
                    <a:cubicBezTo>
                      <a:pt x="72" y="25"/>
                      <a:pt x="59" y="12"/>
                      <a:pt x="42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41" name="Freeform 78">
                <a:extLst>
                  <a:ext uri="{FF2B5EF4-FFF2-40B4-BE49-F238E27FC236}">
                    <a16:creationId xmlns:a16="http://schemas.microsoft.com/office/drawing/2014/main" id="{0C8B8A47-96D3-4108-B1FE-A92BB7C655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79" y="1925"/>
                <a:ext cx="114" cy="180"/>
              </a:xfrm>
              <a:custGeom>
                <a:avLst/>
                <a:gdLst>
                  <a:gd name="T0" fmla="*/ 10 w 77"/>
                  <a:gd name="T1" fmla="*/ 122 h 122"/>
                  <a:gd name="T2" fmla="*/ 0 w 77"/>
                  <a:gd name="T3" fmla="*/ 115 h 122"/>
                  <a:gd name="T4" fmla="*/ 62 w 77"/>
                  <a:gd name="T5" fmla="*/ 23 h 122"/>
                  <a:gd name="T6" fmla="*/ 36 w 77"/>
                  <a:gd name="T7" fmla="*/ 11 h 122"/>
                  <a:gd name="T8" fmla="*/ 41 w 77"/>
                  <a:gd name="T9" fmla="*/ 0 h 122"/>
                  <a:gd name="T10" fmla="*/ 73 w 77"/>
                  <a:gd name="T11" fmla="*/ 15 h 122"/>
                  <a:gd name="T12" fmla="*/ 77 w 77"/>
                  <a:gd name="T13" fmla="*/ 19 h 122"/>
                  <a:gd name="T14" fmla="*/ 76 w 77"/>
                  <a:gd name="T15" fmla="*/ 24 h 122"/>
                  <a:gd name="T16" fmla="*/ 10 w 77"/>
                  <a:gd name="T17" fmla="*/ 122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7" h="122">
                    <a:moveTo>
                      <a:pt x="10" y="122"/>
                    </a:moveTo>
                    <a:cubicBezTo>
                      <a:pt x="0" y="115"/>
                      <a:pt x="0" y="115"/>
                      <a:pt x="0" y="115"/>
                    </a:cubicBezTo>
                    <a:cubicBezTo>
                      <a:pt x="62" y="23"/>
                      <a:pt x="62" y="23"/>
                      <a:pt x="62" y="23"/>
                    </a:cubicBezTo>
                    <a:cubicBezTo>
                      <a:pt x="36" y="11"/>
                      <a:pt x="36" y="11"/>
                      <a:pt x="36" y="11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73" y="15"/>
                      <a:pt x="73" y="15"/>
                      <a:pt x="73" y="15"/>
                    </a:cubicBezTo>
                    <a:cubicBezTo>
                      <a:pt x="75" y="16"/>
                      <a:pt x="76" y="17"/>
                      <a:pt x="77" y="19"/>
                    </a:cubicBezTo>
                    <a:cubicBezTo>
                      <a:pt x="77" y="21"/>
                      <a:pt x="77" y="22"/>
                      <a:pt x="76" y="24"/>
                    </a:cubicBezTo>
                    <a:lnTo>
                      <a:pt x="10" y="1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42" name="Freeform 79">
                <a:extLst>
                  <a:ext uri="{FF2B5EF4-FFF2-40B4-BE49-F238E27FC236}">
                    <a16:creationId xmlns:a16="http://schemas.microsoft.com/office/drawing/2014/main" id="{72EF509C-7570-4F0E-AF18-D7E973BC2C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09" y="1925"/>
                <a:ext cx="114" cy="180"/>
              </a:xfrm>
              <a:custGeom>
                <a:avLst/>
                <a:gdLst>
                  <a:gd name="T0" fmla="*/ 67 w 77"/>
                  <a:gd name="T1" fmla="*/ 122 h 122"/>
                  <a:gd name="T2" fmla="*/ 2 w 77"/>
                  <a:gd name="T3" fmla="*/ 24 h 122"/>
                  <a:gd name="T4" fmla="*/ 1 w 77"/>
                  <a:gd name="T5" fmla="*/ 19 h 122"/>
                  <a:gd name="T6" fmla="*/ 4 w 77"/>
                  <a:gd name="T7" fmla="*/ 15 h 122"/>
                  <a:gd name="T8" fmla="*/ 37 w 77"/>
                  <a:gd name="T9" fmla="*/ 0 h 122"/>
                  <a:gd name="T10" fmla="*/ 42 w 77"/>
                  <a:gd name="T11" fmla="*/ 11 h 122"/>
                  <a:gd name="T12" fmla="*/ 15 w 77"/>
                  <a:gd name="T13" fmla="*/ 23 h 122"/>
                  <a:gd name="T14" fmla="*/ 77 w 77"/>
                  <a:gd name="T15" fmla="*/ 115 h 122"/>
                  <a:gd name="T16" fmla="*/ 67 w 77"/>
                  <a:gd name="T17" fmla="*/ 122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7" h="122">
                    <a:moveTo>
                      <a:pt x="67" y="122"/>
                    </a:moveTo>
                    <a:cubicBezTo>
                      <a:pt x="2" y="24"/>
                      <a:pt x="2" y="24"/>
                      <a:pt x="2" y="24"/>
                    </a:cubicBezTo>
                    <a:cubicBezTo>
                      <a:pt x="1" y="22"/>
                      <a:pt x="0" y="21"/>
                      <a:pt x="1" y="19"/>
                    </a:cubicBezTo>
                    <a:cubicBezTo>
                      <a:pt x="1" y="17"/>
                      <a:pt x="2" y="16"/>
                      <a:pt x="4" y="15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42" y="11"/>
                      <a:pt x="42" y="11"/>
                      <a:pt x="42" y="11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77" y="115"/>
                      <a:pt x="77" y="115"/>
                      <a:pt x="77" y="115"/>
                    </a:cubicBezTo>
                    <a:lnTo>
                      <a:pt x="67" y="1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8" name="Group 101">
            <a:extLst>
              <a:ext uri="{FF2B5EF4-FFF2-40B4-BE49-F238E27FC236}">
                <a16:creationId xmlns:a16="http://schemas.microsoft.com/office/drawing/2014/main" id="{9A4CB9D6-D558-4329-A3A2-049089623931}"/>
              </a:ext>
            </a:extLst>
          </p:cNvPr>
          <p:cNvGrpSpPr/>
          <p:nvPr userDrawn="1"/>
        </p:nvGrpSpPr>
        <p:grpSpPr>
          <a:xfrm>
            <a:off x="11407296" y="84265"/>
            <a:ext cx="559449" cy="567718"/>
            <a:chOff x="7824192" y="3447860"/>
            <a:chExt cx="381000" cy="390525"/>
          </a:xfrm>
          <a:solidFill>
            <a:schemeClr val="accent1"/>
          </a:solidFill>
        </p:grpSpPr>
        <p:pic>
          <p:nvPicPr>
            <p:cNvPr id="69" name="Graphic 102">
              <a:extLst>
                <a:ext uri="{FF2B5EF4-FFF2-40B4-BE49-F238E27FC236}">
                  <a16:creationId xmlns:a16="http://schemas.microsoft.com/office/drawing/2014/main" id="{A2D8835B-45CF-4A2B-8DA9-EC5B63E83A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824192" y="3600260"/>
              <a:ext cx="381000" cy="238125"/>
            </a:xfrm>
            <a:prstGeom prst="rect">
              <a:avLst/>
            </a:prstGeom>
          </p:spPr>
        </p:pic>
        <p:pic>
          <p:nvPicPr>
            <p:cNvPr id="70" name="Graphic 103">
              <a:extLst>
                <a:ext uri="{FF2B5EF4-FFF2-40B4-BE49-F238E27FC236}">
                  <a16:creationId xmlns:a16="http://schemas.microsoft.com/office/drawing/2014/main" id="{F65368AD-4461-4E83-9A1B-CD51D326806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824192" y="3447860"/>
              <a:ext cx="381000" cy="238125"/>
            </a:xfrm>
            <a:prstGeom prst="rect">
              <a:avLst/>
            </a:prstGeom>
          </p:spPr>
        </p:pic>
      </p:grpSp>
      <p:sp>
        <p:nvSpPr>
          <p:cNvPr id="71" name="Rectangle: Rounded Corners 10">
            <a:extLst>
              <a:ext uri="{FF2B5EF4-FFF2-40B4-BE49-F238E27FC236}">
                <a16:creationId xmlns:a16="http://schemas.microsoft.com/office/drawing/2014/main" id="{41E5B7EE-A75D-493D-AB76-434D66BB6747}"/>
              </a:ext>
            </a:extLst>
          </p:cNvPr>
          <p:cNvSpPr/>
          <p:nvPr userDrawn="1"/>
        </p:nvSpPr>
        <p:spPr>
          <a:xfrm>
            <a:off x="-1" y="1527151"/>
            <a:ext cx="4013203" cy="305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91440" rIns="0" bIns="45720" rtlCol="0">
            <a:noAutofit/>
          </a:bodyPr>
          <a:lstStyle/>
          <a:p>
            <a:pPr marL="55561" marR="0" lvl="0" indent="0" algn="l" defTabSz="914377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100" b="0" cap="none" baseline="0" noProof="0">
                <a:solidFill>
                  <a:schemeClr val="accent2"/>
                </a:solidFill>
                <a:latin typeface="Graphik Black" panose="020B0A03030202060203" pitchFamily="34" charset="0"/>
              </a:rPr>
              <a:t> </a:t>
            </a:r>
            <a:r>
              <a:rPr lang="en-US" sz="1100" b="1" cap="all">
                <a:solidFill>
                  <a:srgbClr val="7500C0"/>
                </a:solidFill>
                <a:latin typeface="Graphik" panose="020B0503030202060203" pitchFamily="34" charset="0"/>
              </a:rPr>
              <a:t>Professional and academic background</a:t>
            </a:r>
            <a:endParaRPr lang="en-AU" sz="1100" b="0" cap="none" baseline="0">
              <a:solidFill>
                <a:schemeClr val="accent2"/>
              </a:solidFill>
              <a:latin typeface="Graphik Black" panose="020B0A03030202060203" pitchFamily="34" charset="0"/>
            </a:endParaRPr>
          </a:p>
        </p:txBody>
      </p:sp>
      <p:sp>
        <p:nvSpPr>
          <p:cNvPr id="31" name="Rectangle: Rounded Corners 10">
            <a:extLst>
              <a:ext uri="{FF2B5EF4-FFF2-40B4-BE49-F238E27FC236}">
                <a16:creationId xmlns:a16="http://schemas.microsoft.com/office/drawing/2014/main" id="{EDCB3B12-D62F-42E1-88AC-56FF1042E3CC}"/>
              </a:ext>
            </a:extLst>
          </p:cNvPr>
          <p:cNvSpPr/>
          <p:nvPr userDrawn="1"/>
        </p:nvSpPr>
        <p:spPr>
          <a:xfrm>
            <a:off x="0" y="4195942"/>
            <a:ext cx="4013203" cy="305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91440" rIns="0" bIns="45720" rtlCol="0">
            <a:noAutofit/>
          </a:bodyPr>
          <a:lstStyle/>
          <a:p>
            <a:pPr marL="55561" lvl="0" indent="0" defTabSz="914377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 sz="1100" b="0" cap="none" baseline="0" noProof="0">
                <a:solidFill>
                  <a:schemeClr val="accent2"/>
                </a:solidFill>
                <a:latin typeface="Graphik Black" panose="020B0A03030202060203" pitchFamily="34" charset="0"/>
              </a:rPr>
              <a:t> SKILLS &amp; CERTIFICATIONS</a:t>
            </a:r>
            <a:endParaRPr lang="en-AU" sz="1100" b="0" cap="none" baseline="0">
              <a:solidFill>
                <a:schemeClr val="accent2"/>
              </a:solidFill>
              <a:latin typeface="Graphik Black" panose="020B0A03030202060203" pitchFamily="34" charset="0"/>
            </a:endParaRP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047FEDD9-553E-4955-9149-6E9344E9E38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8790" y="1064142"/>
            <a:ext cx="3460703" cy="221599"/>
          </a:xfrm>
          <a:noFill/>
        </p:spPr>
        <p:txBody>
          <a:bodyPr wrap="square" lIns="0" tIns="0" rIns="0" bIns="0">
            <a:spAutoFit/>
          </a:bodyPr>
          <a:lstStyle>
            <a:lvl1pPr marL="0">
              <a:lnSpc>
                <a:spcPct val="80000"/>
              </a:lnSpc>
              <a:spcAft>
                <a:spcPts val="0"/>
              </a:spcAft>
              <a:defRPr sz="1800" cap="all" normalizeH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ROLE</a:t>
            </a:r>
          </a:p>
        </p:txBody>
      </p:sp>
      <p:sp>
        <p:nvSpPr>
          <p:cNvPr id="33" name="Rectangle: Rounded Corners 10">
            <a:extLst>
              <a:ext uri="{FF2B5EF4-FFF2-40B4-BE49-F238E27FC236}">
                <a16:creationId xmlns:a16="http://schemas.microsoft.com/office/drawing/2014/main" id="{7D54ABB5-A3FE-4237-A161-52154AA3CCD9}"/>
              </a:ext>
            </a:extLst>
          </p:cNvPr>
          <p:cNvSpPr/>
          <p:nvPr userDrawn="1"/>
        </p:nvSpPr>
        <p:spPr>
          <a:xfrm>
            <a:off x="0" y="5707522"/>
            <a:ext cx="3992845" cy="305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91440" rIns="0" bIns="45720" rtlCol="0">
            <a:noAutofit/>
          </a:bodyPr>
          <a:lstStyle/>
          <a:p>
            <a:pPr marL="55561" marR="0" lvl="0" indent="0" algn="l" defTabSz="914377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100" b="1" kern="1200">
                <a:solidFill>
                  <a:schemeClr val="accent2"/>
                </a:solidFill>
                <a:latin typeface="+mj-lt"/>
                <a:ea typeface="+mn-ea"/>
                <a:cs typeface="Arial" panose="020B0604020202020204" pitchFamily="34" charset="0"/>
              </a:rPr>
              <a:t> INDUSTRIES</a:t>
            </a:r>
            <a:endParaRPr lang="en-AU" sz="1100" b="1" kern="1200">
              <a:solidFill>
                <a:schemeClr val="accent2"/>
              </a:solidFill>
              <a:latin typeface="+mj-lt"/>
              <a:ea typeface="+mn-ea"/>
              <a:cs typeface="Arial" panose="020B0604020202020204" pitchFamily="34" charset="0"/>
            </a:endParaRPr>
          </a:p>
          <a:p>
            <a:pPr marL="55561" lvl="0" indent="0" defTabSz="914377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endParaRPr lang="en-AU" sz="1100" b="0" cap="none" baseline="0">
              <a:solidFill>
                <a:schemeClr val="accent2"/>
              </a:solidFill>
              <a:latin typeface="Graphik Black" panose="020B0A03030202060203" pitchFamily="34" charset="0"/>
            </a:endParaRPr>
          </a:p>
        </p:txBody>
      </p:sp>
      <p:sp>
        <p:nvSpPr>
          <p:cNvPr id="35" name="Text Placeholder 131">
            <a:extLst>
              <a:ext uri="{FF2B5EF4-FFF2-40B4-BE49-F238E27FC236}">
                <a16:creationId xmlns:a16="http://schemas.microsoft.com/office/drawing/2014/main" id="{7D4DA43C-5EC7-43C8-9820-DD3BA62967A2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68360" y="4546549"/>
            <a:ext cx="1829981" cy="114439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227011" indent="-171450">
              <a:spcAft>
                <a:spcPts val="0"/>
              </a:spcAft>
              <a:buFont typeface="Arial" panose="020B0604020202020204" pitchFamily="34" charset="0"/>
              <a:buChar char="•"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52" name="Text Placeholder 131">
            <a:extLst>
              <a:ext uri="{FF2B5EF4-FFF2-40B4-BE49-F238E27FC236}">
                <a16:creationId xmlns:a16="http://schemas.microsoft.com/office/drawing/2014/main" id="{097ED99D-BC02-4487-94BD-0E440E52C286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68360" y="6013182"/>
            <a:ext cx="3835282" cy="79044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227011" indent="-171450">
              <a:spcAft>
                <a:spcPts val="0"/>
              </a:spcAft>
              <a:buFont typeface="Arial" panose="020B0604020202020204" pitchFamily="34" charset="0"/>
              <a:buChar char="•"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endParaRPr lang="en-US"/>
          </a:p>
        </p:txBody>
      </p:sp>
      <p:sp>
        <p:nvSpPr>
          <p:cNvPr id="26" name="Text Placeholder 131">
            <a:extLst>
              <a:ext uri="{FF2B5EF4-FFF2-40B4-BE49-F238E27FC236}">
                <a16:creationId xmlns:a16="http://schemas.microsoft.com/office/drawing/2014/main" id="{5FA1FEB5-4C05-4A40-A583-7329D7C4E4C8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2006600" y="4546549"/>
            <a:ext cx="1907221" cy="114439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227011" indent="-171450">
              <a:spcAft>
                <a:spcPts val="0"/>
              </a:spcAft>
              <a:buFont typeface="Arial" panose="020B0604020202020204" pitchFamily="34" charset="0"/>
              <a:buChar char="•"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575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>
            <a:extLst>
              <a:ext uri="{FF2B5EF4-FFF2-40B4-BE49-F238E27FC236}">
                <a16:creationId xmlns:a16="http://schemas.microsoft.com/office/drawing/2014/main" id="{CBA48427-9E4C-46A3-A8DA-41590B35B83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6" name="Objekt 5" hidden="1">
                        <a:extLst>
                          <a:ext uri="{FF2B5EF4-FFF2-40B4-BE49-F238E27FC236}">
                            <a16:creationId xmlns:a16="http://schemas.microsoft.com/office/drawing/2014/main" id="{CBA48427-9E4C-46A3-A8DA-41590B35B83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" name="Rectangle: Diagonal Corners Rounded 56">
            <a:extLst>
              <a:ext uri="{FF2B5EF4-FFF2-40B4-BE49-F238E27FC236}">
                <a16:creationId xmlns:a16="http://schemas.microsoft.com/office/drawing/2014/main" id="{7765C9F2-C31D-4312-8AC6-8F646D882133}"/>
              </a:ext>
            </a:extLst>
          </p:cNvPr>
          <p:cNvSpPr/>
          <p:nvPr userDrawn="1"/>
        </p:nvSpPr>
        <p:spPr>
          <a:xfrm>
            <a:off x="0" y="0"/>
            <a:ext cx="3913821" cy="1527151"/>
          </a:xfrm>
          <a:prstGeom prst="round2DiagRect">
            <a:avLst/>
          </a:prstGeom>
          <a:solidFill>
            <a:srgbClr val="750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/>
          </a:p>
        </p:txBody>
      </p:sp>
      <p:sp>
        <p:nvSpPr>
          <p:cNvPr id="58" name="Rechteck 9">
            <a:extLst>
              <a:ext uri="{FF2B5EF4-FFF2-40B4-BE49-F238E27FC236}">
                <a16:creationId xmlns:a16="http://schemas.microsoft.com/office/drawing/2014/main" id="{E20DDD5B-5D0F-4068-8427-767F68BBFF04}"/>
              </a:ext>
            </a:extLst>
          </p:cNvPr>
          <p:cNvSpPr/>
          <p:nvPr userDrawn="1"/>
        </p:nvSpPr>
        <p:spPr>
          <a:xfrm flipH="1">
            <a:off x="-1" y="0"/>
            <a:ext cx="4013203" cy="68646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680" tIns="22840" rIns="45680" bIns="22840" rtlCol="0" anchor="ctr"/>
          <a:lstStyle/>
          <a:p>
            <a:pPr algn="ctr" defTabSz="228394"/>
            <a:endParaRPr lang="de-DE" sz="933" b="0" cap="none" spc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/>
            </a:endParaRPr>
          </a:p>
        </p:txBody>
      </p:sp>
      <p:sp>
        <p:nvSpPr>
          <p:cNvPr id="59" name="Text Placeholder 9">
            <a:extLst>
              <a:ext uri="{FF2B5EF4-FFF2-40B4-BE49-F238E27FC236}">
                <a16:creationId xmlns:a16="http://schemas.microsoft.com/office/drawing/2014/main" id="{82FC41C2-A308-445D-B715-8DB7BDBFBBF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5999" y="265492"/>
            <a:ext cx="3085376" cy="305660"/>
          </a:xfrm>
          <a:noFill/>
        </p:spPr>
        <p:txBody>
          <a:bodyPr wrap="square" lIns="0" tIns="0" rIns="0" bIns="0">
            <a:spAutoFit/>
          </a:bodyPr>
          <a:lstStyle>
            <a:lvl1pPr marL="0">
              <a:lnSpc>
                <a:spcPct val="80000"/>
              </a:lnSpc>
              <a:spcAft>
                <a:spcPts val="0"/>
              </a:spcAft>
              <a:defRPr sz="2400" cap="all" normalizeH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Prénom  nom</a:t>
            </a:r>
          </a:p>
        </p:txBody>
      </p:sp>
      <p:sp>
        <p:nvSpPr>
          <p:cNvPr id="60" name="Text Placeholder 131">
            <a:extLst>
              <a:ext uri="{FF2B5EF4-FFF2-40B4-BE49-F238E27FC236}">
                <a16:creationId xmlns:a16="http://schemas.microsoft.com/office/drawing/2014/main" id="{76F4FEFD-C1F9-4798-A034-8C14D63D14C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539" y="1878030"/>
            <a:ext cx="3835282" cy="224123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55561" indent="0">
              <a:buFont typeface="Arial" panose="020B0604020202020204" pitchFamily="34" charset="0"/>
              <a:buNone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fr-FR"/>
              <a:t>XXX</a:t>
            </a:r>
            <a:endParaRPr lang="en-GB"/>
          </a:p>
          <a:p>
            <a:endParaRPr lang="en-US"/>
          </a:p>
        </p:txBody>
      </p:sp>
      <p:sp>
        <p:nvSpPr>
          <p:cNvPr id="61" name="Text Placeholder 131">
            <a:extLst>
              <a:ext uri="{FF2B5EF4-FFF2-40B4-BE49-F238E27FC236}">
                <a16:creationId xmlns:a16="http://schemas.microsoft.com/office/drawing/2014/main" id="{BC080545-AEB9-4F86-8398-811B30C5DE4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21461" y="690297"/>
            <a:ext cx="7992000" cy="6113327"/>
          </a:xfrm>
          <a:noFill/>
          <a:ln>
            <a:solidFill>
              <a:schemeClr val="accent1">
                <a:lumMod val="20000"/>
                <a:lumOff val="80000"/>
              </a:schemeClr>
            </a:solidFill>
            <a:prstDash val="sysDot"/>
          </a:ln>
        </p:spPr>
        <p:txBody>
          <a:bodyPr lIns="72000" tIns="72000" rIns="36000">
            <a:noAutofit/>
          </a:bodyPr>
          <a:lstStyle>
            <a:lvl1pPr marL="55561" indent="0">
              <a:buFont typeface="Arial" panose="020B0604020202020204" pitchFamily="34" charset="0"/>
              <a:buNone/>
              <a:defRPr sz="1150" b="0" i="1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spcAft>
                <a:spcPts val="400"/>
              </a:spcAft>
              <a:buFontTx/>
              <a:buNone/>
              <a:defRPr sz="750">
                <a:solidFill>
                  <a:schemeClr val="tx1"/>
                </a:solidFill>
              </a:defRPr>
            </a:lvl2pPr>
            <a:lvl3pPr indent="-72000">
              <a:spcBef>
                <a:spcPts val="0"/>
              </a:spcBef>
              <a:spcAft>
                <a:spcPts val="400"/>
              </a:spcAft>
              <a:defRPr sz="1100"/>
            </a:lvl3pPr>
          </a:lstStyle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900" b="1" i="0" u="none" strike="noStrike" kern="1200" cap="none" spc="0" normalizeH="0" baseline="0" noProof="0">
                <a:ln>
                  <a:noFill/>
                </a:ln>
                <a:solidFill>
                  <a:srgbClr val="7500C0">
                    <a:lumMod val="40000"/>
                    <a:lumOff val="60000"/>
                  </a:srgbClr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RÔLE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5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NOM DU CLIENT, Nom du Projet, Date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Activités</a:t>
            </a: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principales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900" b="1" i="0" u="none" strike="noStrike" kern="1200" cap="none" spc="0" normalizeH="0" baseline="0" noProof="0">
                <a:ln>
                  <a:noFill/>
                </a:ln>
                <a:solidFill>
                  <a:srgbClr val="7500C0">
                    <a:lumMod val="40000"/>
                    <a:lumOff val="60000"/>
                  </a:srgbClr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RÔLE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5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NOM DU CLIENT, Nom du Projet, Date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Activités principales</a:t>
            </a: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lang="en-US"/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C3E51176-9D52-44A0-9889-3A59D253018E}"/>
              </a:ext>
            </a:extLst>
          </p:cNvPr>
          <p:cNvGrpSpPr/>
          <p:nvPr userDrawn="1"/>
        </p:nvGrpSpPr>
        <p:grpSpPr>
          <a:xfrm>
            <a:off x="4108888" y="175145"/>
            <a:ext cx="7140359" cy="396009"/>
            <a:chOff x="4108888" y="175145"/>
            <a:chExt cx="7140359" cy="396009"/>
          </a:xfrm>
        </p:grpSpPr>
        <p:sp>
          <p:nvSpPr>
            <p:cNvPr id="64" name="Rectangle: Rounded Corners 98">
              <a:extLst>
                <a:ext uri="{FF2B5EF4-FFF2-40B4-BE49-F238E27FC236}">
                  <a16:creationId xmlns:a16="http://schemas.microsoft.com/office/drawing/2014/main" id="{3DC0D7D1-1EC6-44B1-A838-6B332020B5A0}"/>
                </a:ext>
              </a:extLst>
            </p:cNvPr>
            <p:cNvSpPr/>
            <p:nvPr userDrawn="1"/>
          </p:nvSpPr>
          <p:spPr>
            <a:xfrm>
              <a:off x="4171251" y="175145"/>
              <a:ext cx="7077996" cy="396007"/>
            </a:xfrm>
            <a:prstGeom prst="roundRect">
              <a:avLst>
                <a:gd name="adj" fmla="val 50000"/>
              </a:avLst>
            </a:prstGeom>
            <a:solidFill>
              <a:srgbClr val="6D047E">
                <a:alpha val="10000"/>
              </a:srgb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0" tIns="36000" rIns="36000" bIns="36000" rtlCol="0" anchor="ctr"/>
            <a:lstStyle/>
            <a:p>
              <a:pPr marL="55561" marR="0" lvl="0" indent="0" algn="l" defTabSz="914377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100" b="1" i="0" u="none" strike="noStrike" kern="1200" cap="all" spc="0" normalizeH="0" baseline="0" noProof="0">
                  <a:ln>
                    <a:noFill/>
                  </a:ln>
                  <a:solidFill>
                    <a:srgbClr val="7500C0"/>
                  </a:solidFill>
                  <a:effectLst/>
                  <a:uLnTx/>
                  <a:uFillTx/>
                  <a:latin typeface="Graphik" panose="020B0503030202060203" pitchFamily="34" charset="0"/>
                </a:rPr>
                <a:t>EXPéRIENCES SIGNIFICATIVES</a:t>
              </a:r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B601A531-BE0D-4A47-964F-AB4D15ECD3D7}"/>
                </a:ext>
              </a:extLst>
            </p:cNvPr>
            <p:cNvSpPr/>
            <p:nvPr userDrawn="1"/>
          </p:nvSpPr>
          <p:spPr>
            <a:xfrm>
              <a:off x="4108888" y="175147"/>
              <a:ext cx="400526" cy="396007"/>
            </a:xfrm>
            <a:prstGeom prst="ellipse">
              <a:avLst/>
            </a:prstGeom>
            <a:solidFill>
              <a:schemeClr val="accent2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000" b="1">
                <a:latin typeface="Graphik" panose="020B0503030202060203" pitchFamily="34" charset="0"/>
              </a:endParaRPr>
            </a:p>
          </p:txBody>
        </p:sp>
        <p:grpSp>
          <p:nvGrpSpPr>
            <p:cNvPr id="68" name="trophy win award best prize reward recognition top performer star">
              <a:extLst>
                <a:ext uri="{FF2B5EF4-FFF2-40B4-BE49-F238E27FC236}">
                  <a16:creationId xmlns:a16="http://schemas.microsoft.com/office/drawing/2014/main" id="{2476699F-7FD2-43D7-92C2-3976B9CCC33A}"/>
                </a:ext>
              </a:extLst>
            </p:cNvPr>
            <p:cNvGrpSpPr>
              <a:grpSpLocks noChangeAspect="1"/>
            </p:cNvGrpSpPr>
            <p:nvPr userDrawn="1"/>
          </p:nvGrpSpPr>
          <p:grpSpPr bwMode="auto">
            <a:xfrm>
              <a:off x="4207228" y="220266"/>
              <a:ext cx="203845" cy="305764"/>
              <a:chOff x="6609" y="1719"/>
              <a:chExt cx="284" cy="426"/>
            </a:xfrm>
            <a:solidFill>
              <a:schemeClr val="bg1"/>
            </a:solidFill>
          </p:grpSpPr>
          <p:sp>
            <p:nvSpPr>
              <p:cNvPr id="69" name="Freeform 75">
                <a:extLst>
                  <a:ext uri="{FF2B5EF4-FFF2-40B4-BE49-F238E27FC236}">
                    <a16:creationId xmlns:a16="http://schemas.microsoft.com/office/drawing/2014/main" id="{1530B87D-77B9-4CE1-99B3-257BB3FF941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36" y="2091"/>
                <a:ext cx="230" cy="54"/>
              </a:xfrm>
              <a:custGeom>
                <a:avLst/>
                <a:gdLst>
                  <a:gd name="T0" fmla="*/ 150 w 156"/>
                  <a:gd name="T1" fmla="*/ 36 h 36"/>
                  <a:gd name="T2" fmla="*/ 6 w 156"/>
                  <a:gd name="T3" fmla="*/ 36 h 36"/>
                  <a:gd name="T4" fmla="*/ 0 w 156"/>
                  <a:gd name="T5" fmla="*/ 30 h 36"/>
                  <a:gd name="T6" fmla="*/ 0 w 156"/>
                  <a:gd name="T7" fmla="*/ 6 h 36"/>
                  <a:gd name="T8" fmla="*/ 6 w 156"/>
                  <a:gd name="T9" fmla="*/ 0 h 36"/>
                  <a:gd name="T10" fmla="*/ 150 w 156"/>
                  <a:gd name="T11" fmla="*/ 0 h 36"/>
                  <a:gd name="T12" fmla="*/ 156 w 156"/>
                  <a:gd name="T13" fmla="*/ 6 h 36"/>
                  <a:gd name="T14" fmla="*/ 156 w 156"/>
                  <a:gd name="T15" fmla="*/ 30 h 36"/>
                  <a:gd name="T16" fmla="*/ 150 w 156"/>
                  <a:gd name="T17" fmla="*/ 36 h 36"/>
                  <a:gd name="T18" fmla="*/ 12 w 156"/>
                  <a:gd name="T19" fmla="*/ 24 h 36"/>
                  <a:gd name="T20" fmla="*/ 144 w 156"/>
                  <a:gd name="T21" fmla="*/ 24 h 36"/>
                  <a:gd name="T22" fmla="*/ 144 w 156"/>
                  <a:gd name="T23" fmla="*/ 12 h 36"/>
                  <a:gd name="T24" fmla="*/ 12 w 156"/>
                  <a:gd name="T25" fmla="*/ 12 h 36"/>
                  <a:gd name="T26" fmla="*/ 12 w 156"/>
                  <a:gd name="T27" fmla="*/ 24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56" h="36">
                    <a:moveTo>
                      <a:pt x="150" y="36"/>
                    </a:moveTo>
                    <a:cubicBezTo>
                      <a:pt x="6" y="36"/>
                      <a:pt x="6" y="36"/>
                      <a:pt x="6" y="36"/>
                    </a:cubicBezTo>
                    <a:cubicBezTo>
                      <a:pt x="3" y="36"/>
                      <a:pt x="0" y="33"/>
                      <a:pt x="0" y="30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150" y="0"/>
                      <a:pt x="150" y="0"/>
                      <a:pt x="150" y="0"/>
                    </a:cubicBezTo>
                    <a:cubicBezTo>
                      <a:pt x="154" y="0"/>
                      <a:pt x="156" y="3"/>
                      <a:pt x="156" y="6"/>
                    </a:cubicBezTo>
                    <a:cubicBezTo>
                      <a:pt x="156" y="30"/>
                      <a:pt x="156" y="30"/>
                      <a:pt x="156" y="30"/>
                    </a:cubicBezTo>
                    <a:cubicBezTo>
                      <a:pt x="156" y="33"/>
                      <a:pt x="154" y="36"/>
                      <a:pt x="150" y="36"/>
                    </a:cubicBezTo>
                    <a:close/>
                    <a:moveTo>
                      <a:pt x="12" y="24"/>
                    </a:moveTo>
                    <a:cubicBezTo>
                      <a:pt x="144" y="24"/>
                      <a:pt x="144" y="24"/>
                      <a:pt x="144" y="24"/>
                    </a:cubicBezTo>
                    <a:cubicBezTo>
                      <a:pt x="144" y="12"/>
                      <a:pt x="144" y="12"/>
                      <a:pt x="144" y="12"/>
                    </a:cubicBezTo>
                    <a:cubicBezTo>
                      <a:pt x="12" y="12"/>
                      <a:pt x="12" y="12"/>
                      <a:pt x="12" y="12"/>
                    </a:cubicBezTo>
                    <a:lnTo>
                      <a:pt x="12" y="2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70" name="Freeform 76">
                <a:extLst>
                  <a:ext uri="{FF2B5EF4-FFF2-40B4-BE49-F238E27FC236}">
                    <a16:creationId xmlns:a16="http://schemas.microsoft.com/office/drawing/2014/main" id="{0301ABAD-9225-408E-82DF-24182EC919E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71" y="1860"/>
                <a:ext cx="161" cy="249"/>
              </a:xfrm>
              <a:custGeom>
                <a:avLst/>
                <a:gdLst>
                  <a:gd name="T0" fmla="*/ 66 w 109"/>
                  <a:gd name="T1" fmla="*/ 169 h 169"/>
                  <a:gd name="T2" fmla="*/ 42 w 109"/>
                  <a:gd name="T3" fmla="*/ 169 h 169"/>
                  <a:gd name="T4" fmla="*/ 36 w 109"/>
                  <a:gd name="T5" fmla="*/ 164 h 169"/>
                  <a:gd name="T6" fmla="*/ 0 w 109"/>
                  <a:gd name="T7" fmla="*/ 8 h 169"/>
                  <a:gd name="T8" fmla="*/ 3 w 109"/>
                  <a:gd name="T9" fmla="*/ 2 h 169"/>
                  <a:gd name="T10" fmla="*/ 9 w 109"/>
                  <a:gd name="T11" fmla="*/ 1 h 169"/>
                  <a:gd name="T12" fmla="*/ 100 w 109"/>
                  <a:gd name="T13" fmla="*/ 1 h 169"/>
                  <a:gd name="T14" fmla="*/ 106 w 109"/>
                  <a:gd name="T15" fmla="*/ 2 h 169"/>
                  <a:gd name="T16" fmla="*/ 108 w 109"/>
                  <a:gd name="T17" fmla="*/ 8 h 169"/>
                  <a:gd name="T18" fmla="*/ 72 w 109"/>
                  <a:gd name="T19" fmla="*/ 164 h 169"/>
                  <a:gd name="T20" fmla="*/ 66 w 109"/>
                  <a:gd name="T21" fmla="*/ 169 h 169"/>
                  <a:gd name="T22" fmla="*/ 47 w 109"/>
                  <a:gd name="T23" fmla="*/ 157 h 169"/>
                  <a:gd name="T24" fmla="*/ 61 w 109"/>
                  <a:gd name="T25" fmla="*/ 157 h 169"/>
                  <a:gd name="T26" fmla="*/ 94 w 109"/>
                  <a:gd name="T27" fmla="*/ 17 h 169"/>
                  <a:gd name="T28" fmla="*/ 15 w 109"/>
                  <a:gd name="T29" fmla="*/ 17 h 169"/>
                  <a:gd name="T30" fmla="*/ 47 w 109"/>
                  <a:gd name="T31" fmla="*/ 157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09" h="169">
                    <a:moveTo>
                      <a:pt x="66" y="169"/>
                    </a:moveTo>
                    <a:cubicBezTo>
                      <a:pt x="42" y="169"/>
                      <a:pt x="42" y="169"/>
                      <a:pt x="42" y="169"/>
                    </a:cubicBezTo>
                    <a:cubicBezTo>
                      <a:pt x="39" y="169"/>
                      <a:pt x="37" y="167"/>
                      <a:pt x="36" y="164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6"/>
                      <a:pt x="1" y="4"/>
                      <a:pt x="3" y="2"/>
                    </a:cubicBezTo>
                    <a:cubicBezTo>
                      <a:pt x="4" y="1"/>
                      <a:pt x="7" y="0"/>
                      <a:pt x="9" y="1"/>
                    </a:cubicBezTo>
                    <a:cubicBezTo>
                      <a:pt x="40" y="17"/>
                      <a:pt x="69" y="17"/>
                      <a:pt x="100" y="1"/>
                    </a:cubicBezTo>
                    <a:cubicBezTo>
                      <a:pt x="102" y="0"/>
                      <a:pt x="104" y="1"/>
                      <a:pt x="106" y="2"/>
                    </a:cubicBezTo>
                    <a:cubicBezTo>
                      <a:pt x="108" y="4"/>
                      <a:pt x="109" y="6"/>
                      <a:pt x="108" y="8"/>
                    </a:cubicBezTo>
                    <a:cubicBezTo>
                      <a:pt x="72" y="164"/>
                      <a:pt x="72" y="164"/>
                      <a:pt x="72" y="164"/>
                    </a:cubicBezTo>
                    <a:cubicBezTo>
                      <a:pt x="71" y="167"/>
                      <a:pt x="69" y="169"/>
                      <a:pt x="66" y="169"/>
                    </a:cubicBezTo>
                    <a:close/>
                    <a:moveTo>
                      <a:pt x="47" y="157"/>
                    </a:moveTo>
                    <a:cubicBezTo>
                      <a:pt x="61" y="157"/>
                      <a:pt x="61" y="157"/>
                      <a:pt x="61" y="157"/>
                    </a:cubicBezTo>
                    <a:cubicBezTo>
                      <a:pt x="94" y="17"/>
                      <a:pt x="94" y="17"/>
                      <a:pt x="94" y="17"/>
                    </a:cubicBezTo>
                    <a:cubicBezTo>
                      <a:pt x="68" y="27"/>
                      <a:pt x="41" y="27"/>
                      <a:pt x="15" y="17"/>
                    </a:cubicBezTo>
                    <a:lnTo>
                      <a:pt x="47" y="15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71" name="Freeform 77">
                <a:extLst>
                  <a:ext uri="{FF2B5EF4-FFF2-40B4-BE49-F238E27FC236}">
                    <a16:creationId xmlns:a16="http://schemas.microsoft.com/office/drawing/2014/main" id="{E4579AF6-A0F9-4167-89DE-116F3F242AA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89" y="1719"/>
                <a:ext cx="124" cy="124"/>
              </a:xfrm>
              <a:custGeom>
                <a:avLst/>
                <a:gdLst>
                  <a:gd name="T0" fmla="*/ 42 w 84"/>
                  <a:gd name="T1" fmla="*/ 84 h 84"/>
                  <a:gd name="T2" fmla="*/ 0 w 84"/>
                  <a:gd name="T3" fmla="*/ 42 h 84"/>
                  <a:gd name="T4" fmla="*/ 42 w 84"/>
                  <a:gd name="T5" fmla="*/ 0 h 84"/>
                  <a:gd name="T6" fmla="*/ 84 w 84"/>
                  <a:gd name="T7" fmla="*/ 42 h 84"/>
                  <a:gd name="T8" fmla="*/ 42 w 84"/>
                  <a:gd name="T9" fmla="*/ 84 h 84"/>
                  <a:gd name="T10" fmla="*/ 42 w 84"/>
                  <a:gd name="T11" fmla="*/ 12 h 84"/>
                  <a:gd name="T12" fmla="*/ 12 w 84"/>
                  <a:gd name="T13" fmla="*/ 42 h 84"/>
                  <a:gd name="T14" fmla="*/ 42 w 84"/>
                  <a:gd name="T15" fmla="*/ 72 h 84"/>
                  <a:gd name="T16" fmla="*/ 72 w 84"/>
                  <a:gd name="T17" fmla="*/ 42 h 84"/>
                  <a:gd name="T18" fmla="*/ 42 w 84"/>
                  <a:gd name="T19" fmla="*/ 12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4" h="84">
                    <a:moveTo>
                      <a:pt x="42" y="84"/>
                    </a:moveTo>
                    <a:cubicBezTo>
                      <a:pt x="19" y="84"/>
                      <a:pt x="0" y="65"/>
                      <a:pt x="0" y="42"/>
                    </a:cubicBezTo>
                    <a:cubicBezTo>
                      <a:pt x="0" y="19"/>
                      <a:pt x="19" y="0"/>
                      <a:pt x="42" y="0"/>
                    </a:cubicBezTo>
                    <a:cubicBezTo>
                      <a:pt x="65" y="0"/>
                      <a:pt x="84" y="19"/>
                      <a:pt x="84" y="42"/>
                    </a:cubicBezTo>
                    <a:cubicBezTo>
                      <a:pt x="84" y="65"/>
                      <a:pt x="65" y="84"/>
                      <a:pt x="42" y="84"/>
                    </a:cubicBezTo>
                    <a:close/>
                    <a:moveTo>
                      <a:pt x="42" y="12"/>
                    </a:moveTo>
                    <a:cubicBezTo>
                      <a:pt x="26" y="12"/>
                      <a:pt x="12" y="25"/>
                      <a:pt x="12" y="42"/>
                    </a:cubicBezTo>
                    <a:cubicBezTo>
                      <a:pt x="12" y="59"/>
                      <a:pt x="26" y="72"/>
                      <a:pt x="42" y="72"/>
                    </a:cubicBezTo>
                    <a:cubicBezTo>
                      <a:pt x="59" y="72"/>
                      <a:pt x="72" y="59"/>
                      <a:pt x="72" y="42"/>
                    </a:cubicBezTo>
                    <a:cubicBezTo>
                      <a:pt x="72" y="25"/>
                      <a:pt x="59" y="12"/>
                      <a:pt x="42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88" name="Freeform 78">
                <a:extLst>
                  <a:ext uri="{FF2B5EF4-FFF2-40B4-BE49-F238E27FC236}">
                    <a16:creationId xmlns:a16="http://schemas.microsoft.com/office/drawing/2014/main" id="{D418FA72-AB87-46D0-9E89-F288475438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79" y="1925"/>
                <a:ext cx="114" cy="180"/>
              </a:xfrm>
              <a:custGeom>
                <a:avLst/>
                <a:gdLst>
                  <a:gd name="T0" fmla="*/ 10 w 77"/>
                  <a:gd name="T1" fmla="*/ 122 h 122"/>
                  <a:gd name="T2" fmla="*/ 0 w 77"/>
                  <a:gd name="T3" fmla="*/ 115 h 122"/>
                  <a:gd name="T4" fmla="*/ 62 w 77"/>
                  <a:gd name="T5" fmla="*/ 23 h 122"/>
                  <a:gd name="T6" fmla="*/ 36 w 77"/>
                  <a:gd name="T7" fmla="*/ 11 h 122"/>
                  <a:gd name="T8" fmla="*/ 41 w 77"/>
                  <a:gd name="T9" fmla="*/ 0 h 122"/>
                  <a:gd name="T10" fmla="*/ 73 w 77"/>
                  <a:gd name="T11" fmla="*/ 15 h 122"/>
                  <a:gd name="T12" fmla="*/ 77 w 77"/>
                  <a:gd name="T13" fmla="*/ 19 h 122"/>
                  <a:gd name="T14" fmla="*/ 76 w 77"/>
                  <a:gd name="T15" fmla="*/ 24 h 122"/>
                  <a:gd name="T16" fmla="*/ 10 w 77"/>
                  <a:gd name="T17" fmla="*/ 122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7" h="122">
                    <a:moveTo>
                      <a:pt x="10" y="122"/>
                    </a:moveTo>
                    <a:cubicBezTo>
                      <a:pt x="0" y="115"/>
                      <a:pt x="0" y="115"/>
                      <a:pt x="0" y="115"/>
                    </a:cubicBezTo>
                    <a:cubicBezTo>
                      <a:pt x="62" y="23"/>
                      <a:pt x="62" y="23"/>
                      <a:pt x="62" y="23"/>
                    </a:cubicBezTo>
                    <a:cubicBezTo>
                      <a:pt x="36" y="11"/>
                      <a:pt x="36" y="11"/>
                      <a:pt x="36" y="11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73" y="15"/>
                      <a:pt x="73" y="15"/>
                      <a:pt x="73" y="15"/>
                    </a:cubicBezTo>
                    <a:cubicBezTo>
                      <a:pt x="75" y="16"/>
                      <a:pt x="76" y="17"/>
                      <a:pt x="77" y="19"/>
                    </a:cubicBezTo>
                    <a:cubicBezTo>
                      <a:pt x="77" y="21"/>
                      <a:pt x="77" y="22"/>
                      <a:pt x="76" y="24"/>
                    </a:cubicBezTo>
                    <a:lnTo>
                      <a:pt x="10" y="1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100" name="Freeform 79">
                <a:extLst>
                  <a:ext uri="{FF2B5EF4-FFF2-40B4-BE49-F238E27FC236}">
                    <a16:creationId xmlns:a16="http://schemas.microsoft.com/office/drawing/2014/main" id="{1E28F628-2379-409C-8684-FA1728A8B4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09" y="1925"/>
                <a:ext cx="114" cy="180"/>
              </a:xfrm>
              <a:custGeom>
                <a:avLst/>
                <a:gdLst>
                  <a:gd name="T0" fmla="*/ 67 w 77"/>
                  <a:gd name="T1" fmla="*/ 122 h 122"/>
                  <a:gd name="T2" fmla="*/ 2 w 77"/>
                  <a:gd name="T3" fmla="*/ 24 h 122"/>
                  <a:gd name="T4" fmla="*/ 1 w 77"/>
                  <a:gd name="T5" fmla="*/ 19 h 122"/>
                  <a:gd name="T6" fmla="*/ 4 w 77"/>
                  <a:gd name="T7" fmla="*/ 15 h 122"/>
                  <a:gd name="T8" fmla="*/ 37 w 77"/>
                  <a:gd name="T9" fmla="*/ 0 h 122"/>
                  <a:gd name="T10" fmla="*/ 42 w 77"/>
                  <a:gd name="T11" fmla="*/ 11 h 122"/>
                  <a:gd name="T12" fmla="*/ 15 w 77"/>
                  <a:gd name="T13" fmla="*/ 23 h 122"/>
                  <a:gd name="T14" fmla="*/ 77 w 77"/>
                  <a:gd name="T15" fmla="*/ 115 h 122"/>
                  <a:gd name="T16" fmla="*/ 67 w 77"/>
                  <a:gd name="T17" fmla="*/ 122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7" h="122">
                    <a:moveTo>
                      <a:pt x="67" y="122"/>
                    </a:moveTo>
                    <a:cubicBezTo>
                      <a:pt x="2" y="24"/>
                      <a:pt x="2" y="24"/>
                      <a:pt x="2" y="24"/>
                    </a:cubicBezTo>
                    <a:cubicBezTo>
                      <a:pt x="1" y="22"/>
                      <a:pt x="0" y="21"/>
                      <a:pt x="1" y="19"/>
                    </a:cubicBezTo>
                    <a:cubicBezTo>
                      <a:pt x="1" y="17"/>
                      <a:pt x="2" y="16"/>
                      <a:pt x="4" y="15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42" y="11"/>
                      <a:pt x="42" y="11"/>
                      <a:pt x="42" y="11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77" y="115"/>
                      <a:pt x="77" y="115"/>
                      <a:pt x="77" y="115"/>
                    </a:cubicBezTo>
                    <a:lnTo>
                      <a:pt x="67" y="1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01" name="Group 101">
            <a:extLst>
              <a:ext uri="{FF2B5EF4-FFF2-40B4-BE49-F238E27FC236}">
                <a16:creationId xmlns:a16="http://schemas.microsoft.com/office/drawing/2014/main" id="{DFA93745-192C-4540-9787-AE8F361061A3}"/>
              </a:ext>
            </a:extLst>
          </p:cNvPr>
          <p:cNvGrpSpPr/>
          <p:nvPr userDrawn="1"/>
        </p:nvGrpSpPr>
        <p:grpSpPr>
          <a:xfrm>
            <a:off x="11407296" y="84265"/>
            <a:ext cx="559449" cy="567718"/>
            <a:chOff x="7824192" y="3447860"/>
            <a:chExt cx="381000" cy="390525"/>
          </a:xfrm>
          <a:solidFill>
            <a:schemeClr val="accent1"/>
          </a:solidFill>
        </p:grpSpPr>
        <p:pic>
          <p:nvPicPr>
            <p:cNvPr id="102" name="Graphic 102">
              <a:extLst>
                <a:ext uri="{FF2B5EF4-FFF2-40B4-BE49-F238E27FC236}">
                  <a16:creationId xmlns:a16="http://schemas.microsoft.com/office/drawing/2014/main" id="{7B821BD6-B088-4171-A842-028D60945A8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824192" y="3600260"/>
              <a:ext cx="381000" cy="238125"/>
            </a:xfrm>
            <a:prstGeom prst="rect">
              <a:avLst/>
            </a:prstGeom>
          </p:spPr>
        </p:pic>
        <p:pic>
          <p:nvPicPr>
            <p:cNvPr id="103" name="Graphic 103">
              <a:extLst>
                <a:ext uri="{FF2B5EF4-FFF2-40B4-BE49-F238E27FC236}">
                  <a16:creationId xmlns:a16="http://schemas.microsoft.com/office/drawing/2014/main" id="{83238B4C-6AAE-47E6-93F8-C1BAC9D54BA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824192" y="3447860"/>
              <a:ext cx="381000" cy="238125"/>
            </a:xfrm>
            <a:prstGeom prst="rect">
              <a:avLst/>
            </a:prstGeom>
          </p:spPr>
        </p:pic>
      </p:grpSp>
      <p:sp>
        <p:nvSpPr>
          <p:cNvPr id="104" name="Rectangle: Rounded Corners 10">
            <a:extLst>
              <a:ext uri="{FF2B5EF4-FFF2-40B4-BE49-F238E27FC236}">
                <a16:creationId xmlns:a16="http://schemas.microsoft.com/office/drawing/2014/main" id="{C8346483-7DEA-40C6-844D-EEB55AF8AA1C}"/>
              </a:ext>
            </a:extLst>
          </p:cNvPr>
          <p:cNvSpPr/>
          <p:nvPr userDrawn="1"/>
        </p:nvSpPr>
        <p:spPr>
          <a:xfrm>
            <a:off x="-1" y="1527151"/>
            <a:ext cx="4013203" cy="305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91440" rIns="0" bIns="45720" rtlCol="0">
            <a:noAutofit/>
          </a:bodyPr>
          <a:lstStyle/>
          <a:p>
            <a:pPr marL="55561" lvl="0" indent="0" defTabSz="914377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 sz="1100" b="0" cap="none" baseline="0" noProof="0">
                <a:solidFill>
                  <a:schemeClr val="accent2"/>
                </a:solidFill>
                <a:latin typeface="Graphik Black" panose="020B0A03030202060203" pitchFamily="34" charset="0"/>
              </a:rPr>
              <a:t>PARCOURS PROFESSIONNEL ET ACADÉMIQUE</a:t>
            </a:r>
          </a:p>
        </p:txBody>
      </p:sp>
      <p:sp>
        <p:nvSpPr>
          <p:cNvPr id="105" name="Rectangle: Rounded Corners 10">
            <a:extLst>
              <a:ext uri="{FF2B5EF4-FFF2-40B4-BE49-F238E27FC236}">
                <a16:creationId xmlns:a16="http://schemas.microsoft.com/office/drawing/2014/main" id="{074314DF-E8DE-4257-BB1B-7C50A7FC642B}"/>
              </a:ext>
            </a:extLst>
          </p:cNvPr>
          <p:cNvSpPr/>
          <p:nvPr userDrawn="1"/>
        </p:nvSpPr>
        <p:spPr>
          <a:xfrm>
            <a:off x="0" y="4195942"/>
            <a:ext cx="4013203" cy="305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91440" rIns="0" bIns="45720" rtlCol="0">
            <a:noAutofit/>
          </a:bodyPr>
          <a:lstStyle/>
          <a:p>
            <a:pPr marL="55561" lvl="0" indent="0" defTabSz="914377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 sz="1100" b="0" cap="none" baseline="0" noProof="0">
                <a:solidFill>
                  <a:schemeClr val="accent2"/>
                </a:solidFill>
                <a:latin typeface="Graphik Black" panose="020B0A03030202060203" pitchFamily="34" charset="0"/>
              </a:rPr>
              <a:t> COMPÉTENCES &amp; CERTIFICATIONS</a:t>
            </a:r>
            <a:endParaRPr lang="en-AU" sz="1100" b="0" cap="none" baseline="0">
              <a:solidFill>
                <a:schemeClr val="accent2"/>
              </a:solidFill>
              <a:latin typeface="Graphik Black" panose="020B0A03030202060203" pitchFamily="34" charset="0"/>
            </a:endParaRPr>
          </a:p>
        </p:txBody>
      </p:sp>
      <p:sp>
        <p:nvSpPr>
          <p:cNvPr id="106" name="Text Placeholder 9">
            <a:extLst>
              <a:ext uri="{FF2B5EF4-FFF2-40B4-BE49-F238E27FC236}">
                <a16:creationId xmlns:a16="http://schemas.microsoft.com/office/drawing/2014/main" id="{99C5DC95-2DAC-40D9-BCEA-98D2D3E0BE1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8790" y="1064142"/>
            <a:ext cx="3460703" cy="221599"/>
          </a:xfrm>
          <a:noFill/>
        </p:spPr>
        <p:txBody>
          <a:bodyPr wrap="square" lIns="0" tIns="0" rIns="0" bIns="0">
            <a:spAutoFit/>
          </a:bodyPr>
          <a:lstStyle>
            <a:lvl1pPr marL="0">
              <a:lnSpc>
                <a:spcPct val="80000"/>
              </a:lnSpc>
              <a:spcAft>
                <a:spcPts val="0"/>
              </a:spcAft>
              <a:defRPr sz="1800" cap="all" normalizeH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Rôle</a:t>
            </a:r>
            <a:endParaRPr lang="en-US"/>
          </a:p>
        </p:txBody>
      </p:sp>
      <p:sp>
        <p:nvSpPr>
          <p:cNvPr id="107" name="Rectangle: Rounded Corners 10">
            <a:extLst>
              <a:ext uri="{FF2B5EF4-FFF2-40B4-BE49-F238E27FC236}">
                <a16:creationId xmlns:a16="http://schemas.microsoft.com/office/drawing/2014/main" id="{9A58CF05-3C25-4E49-8BB9-13CB0BAA426E}"/>
              </a:ext>
            </a:extLst>
          </p:cNvPr>
          <p:cNvSpPr/>
          <p:nvPr userDrawn="1"/>
        </p:nvSpPr>
        <p:spPr>
          <a:xfrm>
            <a:off x="0" y="5707522"/>
            <a:ext cx="3992845" cy="305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91440" rIns="0" bIns="45720" rtlCol="0">
            <a:noAutofit/>
          </a:bodyPr>
          <a:lstStyle/>
          <a:p>
            <a:pPr marL="55561" marR="0" lvl="0" indent="0" algn="l" defTabSz="914377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100" b="1" kern="1200">
                <a:solidFill>
                  <a:schemeClr val="accent2"/>
                </a:solidFill>
                <a:latin typeface="+mj-lt"/>
                <a:ea typeface="+mn-ea"/>
                <a:cs typeface="Arial" panose="020B0604020202020204" pitchFamily="34" charset="0"/>
              </a:rPr>
              <a:t> INDUSTRIES</a:t>
            </a:r>
            <a:endParaRPr lang="en-AU" sz="1100" b="1" kern="1200">
              <a:solidFill>
                <a:schemeClr val="accent2"/>
              </a:solidFill>
              <a:latin typeface="+mj-lt"/>
              <a:ea typeface="+mn-ea"/>
              <a:cs typeface="Arial" panose="020B0604020202020204" pitchFamily="34" charset="0"/>
            </a:endParaRPr>
          </a:p>
          <a:p>
            <a:pPr marL="55561" lvl="0" indent="0" defTabSz="914377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endParaRPr lang="en-AU" sz="1100" b="0" cap="none" baseline="0">
              <a:solidFill>
                <a:schemeClr val="accent2"/>
              </a:solidFill>
              <a:latin typeface="Graphik Black" panose="020B0A03030202060203" pitchFamily="34" charset="0"/>
            </a:endParaRPr>
          </a:p>
        </p:txBody>
      </p:sp>
      <p:sp>
        <p:nvSpPr>
          <p:cNvPr id="109" name="Text Placeholder 131">
            <a:extLst>
              <a:ext uri="{FF2B5EF4-FFF2-40B4-BE49-F238E27FC236}">
                <a16:creationId xmlns:a16="http://schemas.microsoft.com/office/drawing/2014/main" id="{8457750B-1B67-4E6F-91F8-E835B830C01B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68360" y="6013182"/>
            <a:ext cx="3835282" cy="79044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227011" indent="-171450">
              <a:spcAft>
                <a:spcPts val="0"/>
              </a:spcAft>
              <a:buFont typeface="Arial" panose="020B0604020202020204" pitchFamily="34" charset="0"/>
              <a:buChar char="•"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endParaRPr lang="en-US"/>
          </a:p>
        </p:txBody>
      </p:sp>
      <p:sp>
        <p:nvSpPr>
          <p:cNvPr id="26" name="Text Placeholder 131">
            <a:extLst>
              <a:ext uri="{FF2B5EF4-FFF2-40B4-BE49-F238E27FC236}">
                <a16:creationId xmlns:a16="http://schemas.microsoft.com/office/drawing/2014/main" id="{5A2EA68B-9BB2-4DDD-BEEF-4E437C63F146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68360" y="4546549"/>
            <a:ext cx="1829981" cy="114439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227011" indent="-171450">
              <a:spcAft>
                <a:spcPts val="0"/>
              </a:spcAft>
              <a:buFont typeface="Arial" panose="020B0604020202020204" pitchFamily="34" charset="0"/>
              <a:buChar char="•"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endParaRPr lang="en-US"/>
          </a:p>
        </p:txBody>
      </p:sp>
      <p:sp>
        <p:nvSpPr>
          <p:cNvPr id="27" name="Text Placeholder 131">
            <a:extLst>
              <a:ext uri="{FF2B5EF4-FFF2-40B4-BE49-F238E27FC236}">
                <a16:creationId xmlns:a16="http://schemas.microsoft.com/office/drawing/2014/main" id="{A26A33F3-D88F-48BE-B4E7-4DFBFB77AD3F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2006600" y="4546549"/>
            <a:ext cx="1907221" cy="114439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227011" indent="-171450">
              <a:spcAft>
                <a:spcPts val="0"/>
              </a:spcAft>
              <a:buFont typeface="Arial" panose="020B0604020202020204" pitchFamily="34" charset="0"/>
              <a:buChar char="•"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1852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Diagonal Corners Rounded 1">
            <a:extLst>
              <a:ext uri="{FF2B5EF4-FFF2-40B4-BE49-F238E27FC236}">
                <a16:creationId xmlns:a16="http://schemas.microsoft.com/office/drawing/2014/main" id="{AB4BC4BF-5960-4EEA-A3F1-5837F24D238F}"/>
              </a:ext>
            </a:extLst>
          </p:cNvPr>
          <p:cNvSpPr/>
          <p:nvPr userDrawn="1"/>
        </p:nvSpPr>
        <p:spPr>
          <a:xfrm>
            <a:off x="0" y="0"/>
            <a:ext cx="3913821" cy="1527151"/>
          </a:xfrm>
          <a:prstGeom prst="round2DiagRect">
            <a:avLst/>
          </a:prstGeom>
          <a:solidFill>
            <a:srgbClr val="750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/>
          </a:p>
        </p:txBody>
      </p:sp>
      <p:sp>
        <p:nvSpPr>
          <p:cNvPr id="12" name="Rechteck 9">
            <a:extLst>
              <a:ext uri="{FF2B5EF4-FFF2-40B4-BE49-F238E27FC236}">
                <a16:creationId xmlns:a16="http://schemas.microsoft.com/office/drawing/2014/main" id="{63D09389-048B-4EA1-89D9-AEE8AE1C4625}"/>
              </a:ext>
            </a:extLst>
          </p:cNvPr>
          <p:cNvSpPr/>
          <p:nvPr userDrawn="1"/>
        </p:nvSpPr>
        <p:spPr>
          <a:xfrm flipH="1">
            <a:off x="-1" y="0"/>
            <a:ext cx="4013203" cy="68646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680" tIns="22840" rIns="45680" bIns="22840" rtlCol="0" anchor="ctr"/>
          <a:lstStyle/>
          <a:p>
            <a:pPr algn="ctr" defTabSz="228394"/>
            <a:endParaRPr lang="de-DE" sz="933" b="0" cap="none" spc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/>
            </a:endParaRPr>
          </a:p>
        </p:txBody>
      </p:sp>
      <p:graphicFrame>
        <p:nvGraphicFramePr>
          <p:cNvPr id="6" name="Objekt 5" hidden="1">
            <a:extLst>
              <a:ext uri="{FF2B5EF4-FFF2-40B4-BE49-F238E27FC236}">
                <a16:creationId xmlns:a16="http://schemas.microsoft.com/office/drawing/2014/main" id="{CBA48427-9E4C-46A3-A8DA-41590B35B83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6" name="Objekt 5" hidden="1">
                        <a:extLst>
                          <a:ext uri="{FF2B5EF4-FFF2-40B4-BE49-F238E27FC236}">
                            <a16:creationId xmlns:a16="http://schemas.microsoft.com/office/drawing/2014/main" id="{CBA48427-9E4C-46A3-A8DA-41590B35B83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4E4B6BF-F976-407A-B724-BF43FD1368A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5999" y="265492"/>
            <a:ext cx="3085376" cy="305660"/>
          </a:xfrm>
          <a:noFill/>
        </p:spPr>
        <p:txBody>
          <a:bodyPr wrap="square" lIns="0" tIns="0" rIns="0" bIns="0">
            <a:spAutoFit/>
          </a:bodyPr>
          <a:lstStyle>
            <a:lvl1pPr marL="0">
              <a:lnSpc>
                <a:spcPct val="80000"/>
              </a:lnSpc>
              <a:spcAft>
                <a:spcPts val="0"/>
              </a:spcAft>
              <a:defRPr sz="2400" cap="all" normalizeH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NAME SURNAME</a:t>
            </a:r>
          </a:p>
        </p:txBody>
      </p:sp>
      <p:sp>
        <p:nvSpPr>
          <p:cNvPr id="44" name="Text Placeholder 131">
            <a:extLst>
              <a:ext uri="{FF2B5EF4-FFF2-40B4-BE49-F238E27FC236}">
                <a16:creationId xmlns:a16="http://schemas.microsoft.com/office/drawing/2014/main" id="{CF439A69-077F-458A-9472-FBA1545CCF9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539" y="1878030"/>
            <a:ext cx="3835282" cy="224123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55561" indent="0">
              <a:buFont typeface="Arial" panose="020B0604020202020204" pitchFamily="34" charset="0"/>
              <a:buNone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fr-FR"/>
              <a:t>XXXX</a:t>
            </a:r>
            <a:endParaRPr lang="en-GB"/>
          </a:p>
          <a:p>
            <a:endParaRPr lang="en-US"/>
          </a:p>
        </p:txBody>
      </p:sp>
      <p:sp>
        <p:nvSpPr>
          <p:cNvPr id="51" name="Text Placeholder 131">
            <a:extLst>
              <a:ext uri="{FF2B5EF4-FFF2-40B4-BE49-F238E27FC236}">
                <a16:creationId xmlns:a16="http://schemas.microsoft.com/office/drawing/2014/main" id="{565F6716-8CE9-4754-BCC4-4E803C7B1CA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21461" y="690297"/>
            <a:ext cx="7992000" cy="6113327"/>
          </a:xfrm>
          <a:noFill/>
          <a:ln>
            <a:solidFill>
              <a:schemeClr val="accent1">
                <a:lumMod val="20000"/>
                <a:lumOff val="80000"/>
              </a:schemeClr>
            </a:solidFill>
            <a:prstDash val="sysDot"/>
          </a:ln>
        </p:spPr>
        <p:txBody>
          <a:bodyPr lIns="72000" tIns="72000" rIns="36000">
            <a:noAutofit/>
          </a:bodyPr>
          <a:lstStyle>
            <a:lvl1pPr marL="55561" indent="0">
              <a:buFont typeface="Arial" panose="020B0604020202020204" pitchFamily="34" charset="0"/>
              <a:buNone/>
              <a:defRPr sz="1150" b="0" i="1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spcAft>
                <a:spcPts val="400"/>
              </a:spcAft>
              <a:buFontTx/>
              <a:buNone/>
              <a:defRPr sz="750"/>
            </a:lvl2pPr>
            <a:lvl3pPr indent="-72000">
              <a:spcBef>
                <a:spcPts val="0"/>
              </a:spcBef>
              <a:spcAft>
                <a:spcPts val="400"/>
              </a:spcAft>
              <a:defRPr sz="1100"/>
            </a:lvl3pPr>
          </a:lstStyle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900" b="1" i="0" u="none" strike="noStrike" kern="1200" cap="none" spc="0" normalizeH="0" baseline="0" noProof="0">
                <a:ln>
                  <a:noFill/>
                </a:ln>
                <a:solidFill>
                  <a:srgbClr val="7500C0">
                    <a:lumMod val="40000"/>
                    <a:lumOff val="60000"/>
                  </a:srgbClr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ROLE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5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CLIENT NAME, Project name, Date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Main activities</a:t>
            </a: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900" b="1" i="0" u="none" strike="noStrike" kern="1200" cap="none" spc="0" normalizeH="0" baseline="0" noProof="0">
                <a:ln>
                  <a:noFill/>
                </a:ln>
                <a:solidFill>
                  <a:srgbClr val="7500C0">
                    <a:lumMod val="40000"/>
                    <a:lumOff val="60000"/>
                  </a:srgbClr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ROLE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5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CLIENT NAME, Project name, Date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Main activities</a:t>
            </a: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596EBC3-6BDE-417B-9D3A-2703945C4430}"/>
              </a:ext>
            </a:extLst>
          </p:cNvPr>
          <p:cNvGrpSpPr/>
          <p:nvPr userDrawn="1"/>
        </p:nvGrpSpPr>
        <p:grpSpPr>
          <a:xfrm>
            <a:off x="4108888" y="175145"/>
            <a:ext cx="7140359" cy="396009"/>
            <a:chOff x="4108888" y="175145"/>
            <a:chExt cx="7140359" cy="396009"/>
          </a:xfrm>
        </p:grpSpPr>
        <p:sp>
          <p:nvSpPr>
            <p:cNvPr id="63" name="Rectangle: Rounded Corners 98">
              <a:extLst>
                <a:ext uri="{FF2B5EF4-FFF2-40B4-BE49-F238E27FC236}">
                  <a16:creationId xmlns:a16="http://schemas.microsoft.com/office/drawing/2014/main" id="{CBBFEC3D-F23C-42F0-99DB-089E8DD98BC3}"/>
                </a:ext>
              </a:extLst>
            </p:cNvPr>
            <p:cNvSpPr/>
            <p:nvPr userDrawn="1"/>
          </p:nvSpPr>
          <p:spPr>
            <a:xfrm>
              <a:off x="4171251" y="175145"/>
              <a:ext cx="7077996" cy="396007"/>
            </a:xfrm>
            <a:prstGeom prst="roundRect">
              <a:avLst>
                <a:gd name="adj" fmla="val 50000"/>
              </a:avLst>
            </a:prstGeom>
            <a:solidFill>
              <a:srgbClr val="6D047E">
                <a:alpha val="10000"/>
              </a:srgb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0" tIns="36000" rIns="36000" bIns="36000" rtlCol="0" anchor="ctr"/>
            <a:lstStyle/>
            <a:p>
              <a:pPr marL="55561" marR="0" lvl="0" indent="0" algn="l" defTabSz="914377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100" b="1" i="0" u="none" strike="noStrike" kern="1200" cap="all" spc="0" normalizeH="0" baseline="0" noProof="0">
                  <a:ln>
                    <a:noFill/>
                  </a:ln>
                  <a:solidFill>
                    <a:srgbClr val="7500C0"/>
                  </a:solidFill>
                  <a:effectLst/>
                  <a:uLnTx/>
                  <a:uFillTx/>
                  <a:latin typeface="Graphik" panose="020B0503030202060203" pitchFamily="34" charset="0"/>
                </a:rPr>
                <a:t>SIGNIFICANT EXPERIENCES</a:t>
              </a:r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16559F58-2054-4E9D-A75F-8692A26C523B}"/>
                </a:ext>
              </a:extLst>
            </p:cNvPr>
            <p:cNvSpPr/>
            <p:nvPr userDrawn="1"/>
          </p:nvSpPr>
          <p:spPr>
            <a:xfrm>
              <a:off x="4108888" y="175147"/>
              <a:ext cx="400526" cy="396007"/>
            </a:xfrm>
            <a:prstGeom prst="ellipse">
              <a:avLst/>
            </a:prstGeom>
            <a:solidFill>
              <a:schemeClr val="accent2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000" b="1">
                <a:latin typeface="Graphik" panose="020B0503030202060203" pitchFamily="34" charset="0"/>
              </a:endParaRPr>
            </a:p>
          </p:txBody>
        </p:sp>
        <p:grpSp>
          <p:nvGrpSpPr>
            <p:cNvPr id="37" name="trophy win award best prize reward recognition top performer star">
              <a:extLst>
                <a:ext uri="{FF2B5EF4-FFF2-40B4-BE49-F238E27FC236}">
                  <a16:creationId xmlns:a16="http://schemas.microsoft.com/office/drawing/2014/main" id="{6412261F-134D-49C3-9A5F-5B6C51592BA8}"/>
                </a:ext>
              </a:extLst>
            </p:cNvPr>
            <p:cNvGrpSpPr>
              <a:grpSpLocks noChangeAspect="1"/>
            </p:cNvGrpSpPr>
            <p:nvPr userDrawn="1"/>
          </p:nvGrpSpPr>
          <p:grpSpPr bwMode="auto">
            <a:xfrm>
              <a:off x="4207228" y="220266"/>
              <a:ext cx="203845" cy="305764"/>
              <a:chOff x="6609" y="1719"/>
              <a:chExt cx="284" cy="426"/>
            </a:xfrm>
            <a:solidFill>
              <a:schemeClr val="bg1"/>
            </a:solidFill>
          </p:grpSpPr>
          <p:sp>
            <p:nvSpPr>
              <p:cNvPr id="38" name="Freeform 75">
                <a:extLst>
                  <a:ext uri="{FF2B5EF4-FFF2-40B4-BE49-F238E27FC236}">
                    <a16:creationId xmlns:a16="http://schemas.microsoft.com/office/drawing/2014/main" id="{D4B7B4C9-204F-4C10-B84A-A73308FAFC1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36" y="2091"/>
                <a:ext cx="230" cy="54"/>
              </a:xfrm>
              <a:custGeom>
                <a:avLst/>
                <a:gdLst>
                  <a:gd name="T0" fmla="*/ 150 w 156"/>
                  <a:gd name="T1" fmla="*/ 36 h 36"/>
                  <a:gd name="T2" fmla="*/ 6 w 156"/>
                  <a:gd name="T3" fmla="*/ 36 h 36"/>
                  <a:gd name="T4" fmla="*/ 0 w 156"/>
                  <a:gd name="T5" fmla="*/ 30 h 36"/>
                  <a:gd name="T6" fmla="*/ 0 w 156"/>
                  <a:gd name="T7" fmla="*/ 6 h 36"/>
                  <a:gd name="T8" fmla="*/ 6 w 156"/>
                  <a:gd name="T9" fmla="*/ 0 h 36"/>
                  <a:gd name="T10" fmla="*/ 150 w 156"/>
                  <a:gd name="T11" fmla="*/ 0 h 36"/>
                  <a:gd name="T12" fmla="*/ 156 w 156"/>
                  <a:gd name="T13" fmla="*/ 6 h 36"/>
                  <a:gd name="T14" fmla="*/ 156 w 156"/>
                  <a:gd name="T15" fmla="*/ 30 h 36"/>
                  <a:gd name="T16" fmla="*/ 150 w 156"/>
                  <a:gd name="T17" fmla="*/ 36 h 36"/>
                  <a:gd name="T18" fmla="*/ 12 w 156"/>
                  <a:gd name="T19" fmla="*/ 24 h 36"/>
                  <a:gd name="T20" fmla="*/ 144 w 156"/>
                  <a:gd name="T21" fmla="*/ 24 h 36"/>
                  <a:gd name="T22" fmla="*/ 144 w 156"/>
                  <a:gd name="T23" fmla="*/ 12 h 36"/>
                  <a:gd name="T24" fmla="*/ 12 w 156"/>
                  <a:gd name="T25" fmla="*/ 12 h 36"/>
                  <a:gd name="T26" fmla="*/ 12 w 156"/>
                  <a:gd name="T27" fmla="*/ 24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56" h="36">
                    <a:moveTo>
                      <a:pt x="150" y="36"/>
                    </a:moveTo>
                    <a:cubicBezTo>
                      <a:pt x="6" y="36"/>
                      <a:pt x="6" y="36"/>
                      <a:pt x="6" y="36"/>
                    </a:cubicBezTo>
                    <a:cubicBezTo>
                      <a:pt x="3" y="36"/>
                      <a:pt x="0" y="33"/>
                      <a:pt x="0" y="30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150" y="0"/>
                      <a:pt x="150" y="0"/>
                      <a:pt x="150" y="0"/>
                    </a:cubicBezTo>
                    <a:cubicBezTo>
                      <a:pt x="154" y="0"/>
                      <a:pt x="156" y="3"/>
                      <a:pt x="156" y="6"/>
                    </a:cubicBezTo>
                    <a:cubicBezTo>
                      <a:pt x="156" y="30"/>
                      <a:pt x="156" y="30"/>
                      <a:pt x="156" y="30"/>
                    </a:cubicBezTo>
                    <a:cubicBezTo>
                      <a:pt x="156" y="33"/>
                      <a:pt x="154" y="36"/>
                      <a:pt x="150" y="36"/>
                    </a:cubicBezTo>
                    <a:close/>
                    <a:moveTo>
                      <a:pt x="12" y="24"/>
                    </a:moveTo>
                    <a:cubicBezTo>
                      <a:pt x="144" y="24"/>
                      <a:pt x="144" y="24"/>
                      <a:pt x="144" y="24"/>
                    </a:cubicBezTo>
                    <a:cubicBezTo>
                      <a:pt x="144" y="12"/>
                      <a:pt x="144" y="12"/>
                      <a:pt x="144" y="12"/>
                    </a:cubicBezTo>
                    <a:cubicBezTo>
                      <a:pt x="12" y="12"/>
                      <a:pt x="12" y="12"/>
                      <a:pt x="12" y="12"/>
                    </a:cubicBezTo>
                    <a:lnTo>
                      <a:pt x="12" y="2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39" name="Freeform 76">
                <a:extLst>
                  <a:ext uri="{FF2B5EF4-FFF2-40B4-BE49-F238E27FC236}">
                    <a16:creationId xmlns:a16="http://schemas.microsoft.com/office/drawing/2014/main" id="{64AE8827-B49A-41BE-9C02-4A46058892A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71" y="1860"/>
                <a:ext cx="161" cy="249"/>
              </a:xfrm>
              <a:custGeom>
                <a:avLst/>
                <a:gdLst>
                  <a:gd name="T0" fmla="*/ 66 w 109"/>
                  <a:gd name="T1" fmla="*/ 169 h 169"/>
                  <a:gd name="T2" fmla="*/ 42 w 109"/>
                  <a:gd name="T3" fmla="*/ 169 h 169"/>
                  <a:gd name="T4" fmla="*/ 36 w 109"/>
                  <a:gd name="T5" fmla="*/ 164 h 169"/>
                  <a:gd name="T6" fmla="*/ 0 w 109"/>
                  <a:gd name="T7" fmla="*/ 8 h 169"/>
                  <a:gd name="T8" fmla="*/ 3 w 109"/>
                  <a:gd name="T9" fmla="*/ 2 h 169"/>
                  <a:gd name="T10" fmla="*/ 9 w 109"/>
                  <a:gd name="T11" fmla="*/ 1 h 169"/>
                  <a:gd name="T12" fmla="*/ 100 w 109"/>
                  <a:gd name="T13" fmla="*/ 1 h 169"/>
                  <a:gd name="T14" fmla="*/ 106 w 109"/>
                  <a:gd name="T15" fmla="*/ 2 h 169"/>
                  <a:gd name="T16" fmla="*/ 108 w 109"/>
                  <a:gd name="T17" fmla="*/ 8 h 169"/>
                  <a:gd name="T18" fmla="*/ 72 w 109"/>
                  <a:gd name="T19" fmla="*/ 164 h 169"/>
                  <a:gd name="T20" fmla="*/ 66 w 109"/>
                  <a:gd name="T21" fmla="*/ 169 h 169"/>
                  <a:gd name="T22" fmla="*/ 47 w 109"/>
                  <a:gd name="T23" fmla="*/ 157 h 169"/>
                  <a:gd name="T24" fmla="*/ 61 w 109"/>
                  <a:gd name="T25" fmla="*/ 157 h 169"/>
                  <a:gd name="T26" fmla="*/ 94 w 109"/>
                  <a:gd name="T27" fmla="*/ 17 h 169"/>
                  <a:gd name="T28" fmla="*/ 15 w 109"/>
                  <a:gd name="T29" fmla="*/ 17 h 169"/>
                  <a:gd name="T30" fmla="*/ 47 w 109"/>
                  <a:gd name="T31" fmla="*/ 157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09" h="169">
                    <a:moveTo>
                      <a:pt x="66" y="169"/>
                    </a:moveTo>
                    <a:cubicBezTo>
                      <a:pt x="42" y="169"/>
                      <a:pt x="42" y="169"/>
                      <a:pt x="42" y="169"/>
                    </a:cubicBezTo>
                    <a:cubicBezTo>
                      <a:pt x="39" y="169"/>
                      <a:pt x="37" y="167"/>
                      <a:pt x="36" y="164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6"/>
                      <a:pt x="1" y="4"/>
                      <a:pt x="3" y="2"/>
                    </a:cubicBezTo>
                    <a:cubicBezTo>
                      <a:pt x="4" y="1"/>
                      <a:pt x="7" y="0"/>
                      <a:pt x="9" y="1"/>
                    </a:cubicBezTo>
                    <a:cubicBezTo>
                      <a:pt x="40" y="17"/>
                      <a:pt x="69" y="17"/>
                      <a:pt x="100" y="1"/>
                    </a:cubicBezTo>
                    <a:cubicBezTo>
                      <a:pt x="102" y="0"/>
                      <a:pt x="104" y="1"/>
                      <a:pt x="106" y="2"/>
                    </a:cubicBezTo>
                    <a:cubicBezTo>
                      <a:pt x="108" y="4"/>
                      <a:pt x="109" y="6"/>
                      <a:pt x="108" y="8"/>
                    </a:cubicBezTo>
                    <a:cubicBezTo>
                      <a:pt x="72" y="164"/>
                      <a:pt x="72" y="164"/>
                      <a:pt x="72" y="164"/>
                    </a:cubicBezTo>
                    <a:cubicBezTo>
                      <a:pt x="71" y="167"/>
                      <a:pt x="69" y="169"/>
                      <a:pt x="66" y="169"/>
                    </a:cubicBezTo>
                    <a:close/>
                    <a:moveTo>
                      <a:pt x="47" y="157"/>
                    </a:moveTo>
                    <a:cubicBezTo>
                      <a:pt x="61" y="157"/>
                      <a:pt x="61" y="157"/>
                      <a:pt x="61" y="157"/>
                    </a:cubicBezTo>
                    <a:cubicBezTo>
                      <a:pt x="94" y="17"/>
                      <a:pt x="94" y="17"/>
                      <a:pt x="94" y="17"/>
                    </a:cubicBezTo>
                    <a:cubicBezTo>
                      <a:pt x="68" y="27"/>
                      <a:pt x="41" y="27"/>
                      <a:pt x="15" y="17"/>
                    </a:cubicBezTo>
                    <a:lnTo>
                      <a:pt x="47" y="15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40" name="Freeform 77">
                <a:extLst>
                  <a:ext uri="{FF2B5EF4-FFF2-40B4-BE49-F238E27FC236}">
                    <a16:creationId xmlns:a16="http://schemas.microsoft.com/office/drawing/2014/main" id="{6CC663FC-2175-4EB3-8B47-65F3A9DCF36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89" y="1719"/>
                <a:ext cx="124" cy="124"/>
              </a:xfrm>
              <a:custGeom>
                <a:avLst/>
                <a:gdLst>
                  <a:gd name="T0" fmla="*/ 42 w 84"/>
                  <a:gd name="T1" fmla="*/ 84 h 84"/>
                  <a:gd name="T2" fmla="*/ 0 w 84"/>
                  <a:gd name="T3" fmla="*/ 42 h 84"/>
                  <a:gd name="T4" fmla="*/ 42 w 84"/>
                  <a:gd name="T5" fmla="*/ 0 h 84"/>
                  <a:gd name="T6" fmla="*/ 84 w 84"/>
                  <a:gd name="T7" fmla="*/ 42 h 84"/>
                  <a:gd name="T8" fmla="*/ 42 w 84"/>
                  <a:gd name="T9" fmla="*/ 84 h 84"/>
                  <a:gd name="T10" fmla="*/ 42 w 84"/>
                  <a:gd name="T11" fmla="*/ 12 h 84"/>
                  <a:gd name="T12" fmla="*/ 12 w 84"/>
                  <a:gd name="T13" fmla="*/ 42 h 84"/>
                  <a:gd name="T14" fmla="*/ 42 w 84"/>
                  <a:gd name="T15" fmla="*/ 72 h 84"/>
                  <a:gd name="T16" fmla="*/ 72 w 84"/>
                  <a:gd name="T17" fmla="*/ 42 h 84"/>
                  <a:gd name="T18" fmla="*/ 42 w 84"/>
                  <a:gd name="T19" fmla="*/ 12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4" h="84">
                    <a:moveTo>
                      <a:pt x="42" y="84"/>
                    </a:moveTo>
                    <a:cubicBezTo>
                      <a:pt x="19" y="84"/>
                      <a:pt x="0" y="65"/>
                      <a:pt x="0" y="42"/>
                    </a:cubicBezTo>
                    <a:cubicBezTo>
                      <a:pt x="0" y="19"/>
                      <a:pt x="19" y="0"/>
                      <a:pt x="42" y="0"/>
                    </a:cubicBezTo>
                    <a:cubicBezTo>
                      <a:pt x="65" y="0"/>
                      <a:pt x="84" y="19"/>
                      <a:pt x="84" y="42"/>
                    </a:cubicBezTo>
                    <a:cubicBezTo>
                      <a:pt x="84" y="65"/>
                      <a:pt x="65" y="84"/>
                      <a:pt x="42" y="84"/>
                    </a:cubicBezTo>
                    <a:close/>
                    <a:moveTo>
                      <a:pt x="42" y="12"/>
                    </a:moveTo>
                    <a:cubicBezTo>
                      <a:pt x="26" y="12"/>
                      <a:pt x="12" y="25"/>
                      <a:pt x="12" y="42"/>
                    </a:cubicBezTo>
                    <a:cubicBezTo>
                      <a:pt x="12" y="59"/>
                      <a:pt x="26" y="72"/>
                      <a:pt x="42" y="72"/>
                    </a:cubicBezTo>
                    <a:cubicBezTo>
                      <a:pt x="59" y="72"/>
                      <a:pt x="72" y="59"/>
                      <a:pt x="72" y="42"/>
                    </a:cubicBezTo>
                    <a:cubicBezTo>
                      <a:pt x="72" y="25"/>
                      <a:pt x="59" y="12"/>
                      <a:pt x="42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41" name="Freeform 78">
                <a:extLst>
                  <a:ext uri="{FF2B5EF4-FFF2-40B4-BE49-F238E27FC236}">
                    <a16:creationId xmlns:a16="http://schemas.microsoft.com/office/drawing/2014/main" id="{0C8B8A47-96D3-4108-B1FE-A92BB7C655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79" y="1925"/>
                <a:ext cx="114" cy="180"/>
              </a:xfrm>
              <a:custGeom>
                <a:avLst/>
                <a:gdLst>
                  <a:gd name="T0" fmla="*/ 10 w 77"/>
                  <a:gd name="T1" fmla="*/ 122 h 122"/>
                  <a:gd name="T2" fmla="*/ 0 w 77"/>
                  <a:gd name="T3" fmla="*/ 115 h 122"/>
                  <a:gd name="T4" fmla="*/ 62 w 77"/>
                  <a:gd name="T5" fmla="*/ 23 h 122"/>
                  <a:gd name="T6" fmla="*/ 36 w 77"/>
                  <a:gd name="T7" fmla="*/ 11 h 122"/>
                  <a:gd name="T8" fmla="*/ 41 w 77"/>
                  <a:gd name="T9" fmla="*/ 0 h 122"/>
                  <a:gd name="T10" fmla="*/ 73 w 77"/>
                  <a:gd name="T11" fmla="*/ 15 h 122"/>
                  <a:gd name="T12" fmla="*/ 77 w 77"/>
                  <a:gd name="T13" fmla="*/ 19 h 122"/>
                  <a:gd name="T14" fmla="*/ 76 w 77"/>
                  <a:gd name="T15" fmla="*/ 24 h 122"/>
                  <a:gd name="T16" fmla="*/ 10 w 77"/>
                  <a:gd name="T17" fmla="*/ 122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7" h="122">
                    <a:moveTo>
                      <a:pt x="10" y="122"/>
                    </a:moveTo>
                    <a:cubicBezTo>
                      <a:pt x="0" y="115"/>
                      <a:pt x="0" y="115"/>
                      <a:pt x="0" y="115"/>
                    </a:cubicBezTo>
                    <a:cubicBezTo>
                      <a:pt x="62" y="23"/>
                      <a:pt x="62" y="23"/>
                      <a:pt x="62" y="23"/>
                    </a:cubicBezTo>
                    <a:cubicBezTo>
                      <a:pt x="36" y="11"/>
                      <a:pt x="36" y="11"/>
                      <a:pt x="36" y="11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73" y="15"/>
                      <a:pt x="73" y="15"/>
                      <a:pt x="73" y="15"/>
                    </a:cubicBezTo>
                    <a:cubicBezTo>
                      <a:pt x="75" y="16"/>
                      <a:pt x="76" y="17"/>
                      <a:pt x="77" y="19"/>
                    </a:cubicBezTo>
                    <a:cubicBezTo>
                      <a:pt x="77" y="21"/>
                      <a:pt x="77" y="22"/>
                      <a:pt x="76" y="24"/>
                    </a:cubicBezTo>
                    <a:lnTo>
                      <a:pt x="10" y="1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42" name="Freeform 79">
                <a:extLst>
                  <a:ext uri="{FF2B5EF4-FFF2-40B4-BE49-F238E27FC236}">
                    <a16:creationId xmlns:a16="http://schemas.microsoft.com/office/drawing/2014/main" id="{72EF509C-7570-4F0E-AF18-D7E973BC2C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09" y="1925"/>
                <a:ext cx="114" cy="180"/>
              </a:xfrm>
              <a:custGeom>
                <a:avLst/>
                <a:gdLst>
                  <a:gd name="T0" fmla="*/ 67 w 77"/>
                  <a:gd name="T1" fmla="*/ 122 h 122"/>
                  <a:gd name="T2" fmla="*/ 2 w 77"/>
                  <a:gd name="T3" fmla="*/ 24 h 122"/>
                  <a:gd name="T4" fmla="*/ 1 w 77"/>
                  <a:gd name="T5" fmla="*/ 19 h 122"/>
                  <a:gd name="T6" fmla="*/ 4 w 77"/>
                  <a:gd name="T7" fmla="*/ 15 h 122"/>
                  <a:gd name="T8" fmla="*/ 37 w 77"/>
                  <a:gd name="T9" fmla="*/ 0 h 122"/>
                  <a:gd name="T10" fmla="*/ 42 w 77"/>
                  <a:gd name="T11" fmla="*/ 11 h 122"/>
                  <a:gd name="T12" fmla="*/ 15 w 77"/>
                  <a:gd name="T13" fmla="*/ 23 h 122"/>
                  <a:gd name="T14" fmla="*/ 77 w 77"/>
                  <a:gd name="T15" fmla="*/ 115 h 122"/>
                  <a:gd name="T16" fmla="*/ 67 w 77"/>
                  <a:gd name="T17" fmla="*/ 122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7" h="122">
                    <a:moveTo>
                      <a:pt x="67" y="122"/>
                    </a:moveTo>
                    <a:cubicBezTo>
                      <a:pt x="2" y="24"/>
                      <a:pt x="2" y="24"/>
                      <a:pt x="2" y="24"/>
                    </a:cubicBezTo>
                    <a:cubicBezTo>
                      <a:pt x="1" y="22"/>
                      <a:pt x="0" y="21"/>
                      <a:pt x="1" y="19"/>
                    </a:cubicBezTo>
                    <a:cubicBezTo>
                      <a:pt x="1" y="17"/>
                      <a:pt x="2" y="16"/>
                      <a:pt x="4" y="15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42" y="11"/>
                      <a:pt x="42" y="11"/>
                      <a:pt x="42" y="11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77" y="115"/>
                      <a:pt x="77" y="115"/>
                      <a:pt x="77" y="115"/>
                    </a:cubicBezTo>
                    <a:lnTo>
                      <a:pt x="67" y="1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8" name="Group 101">
            <a:extLst>
              <a:ext uri="{FF2B5EF4-FFF2-40B4-BE49-F238E27FC236}">
                <a16:creationId xmlns:a16="http://schemas.microsoft.com/office/drawing/2014/main" id="{9A4CB9D6-D558-4329-A3A2-049089623931}"/>
              </a:ext>
            </a:extLst>
          </p:cNvPr>
          <p:cNvGrpSpPr/>
          <p:nvPr userDrawn="1"/>
        </p:nvGrpSpPr>
        <p:grpSpPr>
          <a:xfrm>
            <a:off x="11407296" y="84265"/>
            <a:ext cx="559449" cy="567718"/>
            <a:chOff x="7824192" y="3447860"/>
            <a:chExt cx="381000" cy="390525"/>
          </a:xfrm>
          <a:solidFill>
            <a:schemeClr val="accent1"/>
          </a:solidFill>
        </p:grpSpPr>
        <p:pic>
          <p:nvPicPr>
            <p:cNvPr id="69" name="Graphic 102">
              <a:extLst>
                <a:ext uri="{FF2B5EF4-FFF2-40B4-BE49-F238E27FC236}">
                  <a16:creationId xmlns:a16="http://schemas.microsoft.com/office/drawing/2014/main" id="{A2D8835B-45CF-4A2B-8DA9-EC5B63E83A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824192" y="3600260"/>
              <a:ext cx="381000" cy="238125"/>
            </a:xfrm>
            <a:prstGeom prst="rect">
              <a:avLst/>
            </a:prstGeom>
          </p:spPr>
        </p:pic>
        <p:pic>
          <p:nvPicPr>
            <p:cNvPr id="70" name="Graphic 103">
              <a:extLst>
                <a:ext uri="{FF2B5EF4-FFF2-40B4-BE49-F238E27FC236}">
                  <a16:creationId xmlns:a16="http://schemas.microsoft.com/office/drawing/2014/main" id="{F65368AD-4461-4E83-9A1B-CD51D326806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824192" y="3447860"/>
              <a:ext cx="381000" cy="238125"/>
            </a:xfrm>
            <a:prstGeom prst="rect">
              <a:avLst/>
            </a:prstGeom>
          </p:spPr>
        </p:pic>
      </p:grpSp>
      <p:sp>
        <p:nvSpPr>
          <p:cNvPr id="71" name="Rectangle: Rounded Corners 10">
            <a:extLst>
              <a:ext uri="{FF2B5EF4-FFF2-40B4-BE49-F238E27FC236}">
                <a16:creationId xmlns:a16="http://schemas.microsoft.com/office/drawing/2014/main" id="{41E5B7EE-A75D-493D-AB76-434D66BB6747}"/>
              </a:ext>
            </a:extLst>
          </p:cNvPr>
          <p:cNvSpPr/>
          <p:nvPr userDrawn="1"/>
        </p:nvSpPr>
        <p:spPr>
          <a:xfrm>
            <a:off x="-1" y="1527151"/>
            <a:ext cx="4013203" cy="305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91440" rIns="0" bIns="45720" rtlCol="0">
            <a:noAutofit/>
          </a:bodyPr>
          <a:lstStyle/>
          <a:p>
            <a:pPr marL="55561" marR="0" lvl="0" indent="0" algn="l" defTabSz="914377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100" b="0" cap="none" baseline="0" noProof="0">
                <a:solidFill>
                  <a:schemeClr val="accent2"/>
                </a:solidFill>
                <a:latin typeface="Graphik Black" panose="020B0A03030202060203" pitchFamily="34" charset="0"/>
              </a:rPr>
              <a:t> </a:t>
            </a:r>
            <a:r>
              <a:rPr lang="en-US" sz="1100" b="1" cap="all">
                <a:solidFill>
                  <a:srgbClr val="7500C0"/>
                </a:solidFill>
                <a:latin typeface="Graphik" panose="020B0503030202060203" pitchFamily="34" charset="0"/>
              </a:rPr>
              <a:t>Professional and academic background</a:t>
            </a:r>
            <a:endParaRPr lang="en-AU" sz="1100" b="0" cap="none" baseline="0">
              <a:solidFill>
                <a:schemeClr val="accent2"/>
              </a:solidFill>
              <a:latin typeface="Graphik Black" panose="020B0A03030202060203" pitchFamily="34" charset="0"/>
            </a:endParaRPr>
          </a:p>
        </p:txBody>
      </p:sp>
      <p:sp>
        <p:nvSpPr>
          <p:cNvPr id="31" name="Rectangle: Rounded Corners 10">
            <a:extLst>
              <a:ext uri="{FF2B5EF4-FFF2-40B4-BE49-F238E27FC236}">
                <a16:creationId xmlns:a16="http://schemas.microsoft.com/office/drawing/2014/main" id="{EDCB3B12-D62F-42E1-88AC-56FF1042E3CC}"/>
              </a:ext>
            </a:extLst>
          </p:cNvPr>
          <p:cNvSpPr/>
          <p:nvPr userDrawn="1"/>
        </p:nvSpPr>
        <p:spPr>
          <a:xfrm>
            <a:off x="0" y="4195942"/>
            <a:ext cx="4013203" cy="305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91440" rIns="0" bIns="45720" rtlCol="0">
            <a:noAutofit/>
          </a:bodyPr>
          <a:lstStyle/>
          <a:p>
            <a:pPr marL="55561" lvl="0" indent="0" defTabSz="914377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 sz="1100" b="0" cap="none" baseline="0" noProof="0">
                <a:solidFill>
                  <a:schemeClr val="accent2"/>
                </a:solidFill>
                <a:latin typeface="Graphik Black" panose="020B0A03030202060203" pitchFamily="34" charset="0"/>
              </a:rPr>
              <a:t> SKILLS &amp; CERTIFICATIONS</a:t>
            </a:r>
            <a:endParaRPr lang="en-AU" sz="1100" b="0" cap="none" baseline="0">
              <a:solidFill>
                <a:schemeClr val="accent2"/>
              </a:solidFill>
              <a:latin typeface="Graphik Black" panose="020B0A03030202060203" pitchFamily="34" charset="0"/>
            </a:endParaRP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047FEDD9-553E-4955-9149-6E9344E9E38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8790" y="1064142"/>
            <a:ext cx="3460703" cy="221599"/>
          </a:xfrm>
          <a:noFill/>
        </p:spPr>
        <p:txBody>
          <a:bodyPr wrap="square" lIns="0" tIns="0" rIns="0" bIns="0">
            <a:spAutoFit/>
          </a:bodyPr>
          <a:lstStyle>
            <a:lvl1pPr marL="0">
              <a:lnSpc>
                <a:spcPct val="80000"/>
              </a:lnSpc>
              <a:spcAft>
                <a:spcPts val="0"/>
              </a:spcAft>
              <a:defRPr sz="1800" cap="all" normalizeH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ROLE</a:t>
            </a:r>
          </a:p>
        </p:txBody>
      </p:sp>
      <p:sp>
        <p:nvSpPr>
          <p:cNvPr id="33" name="Rectangle: Rounded Corners 10">
            <a:extLst>
              <a:ext uri="{FF2B5EF4-FFF2-40B4-BE49-F238E27FC236}">
                <a16:creationId xmlns:a16="http://schemas.microsoft.com/office/drawing/2014/main" id="{7D54ABB5-A3FE-4237-A161-52154AA3CCD9}"/>
              </a:ext>
            </a:extLst>
          </p:cNvPr>
          <p:cNvSpPr/>
          <p:nvPr userDrawn="1"/>
        </p:nvSpPr>
        <p:spPr>
          <a:xfrm>
            <a:off x="0" y="5707522"/>
            <a:ext cx="3992845" cy="305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91440" rIns="0" bIns="45720" rtlCol="0">
            <a:noAutofit/>
          </a:bodyPr>
          <a:lstStyle/>
          <a:p>
            <a:pPr marL="55561" marR="0" lvl="0" indent="0" algn="l" defTabSz="914377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100" b="1" kern="1200">
                <a:solidFill>
                  <a:schemeClr val="accent2"/>
                </a:solidFill>
                <a:latin typeface="+mj-lt"/>
                <a:ea typeface="+mn-ea"/>
                <a:cs typeface="Arial" panose="020B0604020202020204" pitchFamily="34" charset="0"/>
              </a:rPr>
              <a:t> INDUSTRIES</a:t>
            </a:r>
            <a:endParaRPr lang="en-AU" sz="1100" b="1" kern="1200">
              <a:solidFill>
                <a:schemeClr val="accent2"/>
              </a:solidFill>
              <a:latin typeface="+mj-lt"/>
              <a:ea typeface="+mn-ea"/>
              <a:cs typeface="Arial" panose="020B0604020202020204" pitchFamily="34" charset="0"/>
            </a:endParaRPr>
          </a:p>
          <a:p>
            <a:pPr marL="55561" lvl="0" indent="0" defTabSz="914377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endParaRPr lang="en-AU" sz="1100" b="0" cap="none" baseline="0">
              <a:solidFill>
                <a:schemeClr val="accent2"/>
              </a:solidFill>
              <a:latin typeface="Graphik Black" panose="020B0A03030202060203" pitchFamily="34" charset="0"/>
            </a:endParaRPr>
          </a:p>
        </p:txBody>
      </p:sp>
      <p:sp>
        <p:nvSpPr>
          <p:cNvPr id="35" name="Text Placeholder 131">
            <a:extLst>
              <a:ext uri="{FF2B5EF4-FFF2-40B4-BE49-F238E27FC236}">
                <a16:creationId xmlns:a16="http://schemas.microsoft.com/office/drawing/2014/main" id="{7D4DA43C-5EC7-43C8-9820-DD3BA62967A2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68360" y="4546549"/>
            <a:ext cx="1829981" cy="114439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227011" indent="-171450">
              <a:spcAft>
                <a:spcPts val="0"/>
              </a:spcAft>
              <a:buFont typeface="Arial" panose="020B0604020202020204" pitchFamily="34" charset="0"/>
              <a:buChar char="•"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52" name="Text Placeholder 131">
            <a:extLst>
              <a:ext uri="{FF2B5EF4-FFF2-40B4-BE49-F238E27FC236}">
                <a16:creationId xmlns:a16="http://schemas.microsoft.com/office/drawing/2014/main" id="{097ED99D-BC02-4487-94BD-0E440E52C286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68360" y="6013182"/>
            <a:ext cx="3835282" cy="79044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227011" indent="-171450">
              <a:spcAft>
                <a:spcPts val="0"/>
              </a:spcAft>
              <a:buFont typeface="Arial" panose="020B0604020202020204" pitchFamily="34" charset="0"/>
              <a:buChar char="•"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endParaRPr lang="en-US"/>
          </a:p>
        </p:txBody>
      </p:sp>
      <p:sp>
        <p:nvSpPr>
          <p:cNvPr id="26" name="Text Placeholder 131">
            <a:extLst>
              <a:ext uri="{FF2B5EF4-FFF2-40B4-BE49-F238E27FC236}">
                <a16:creationId xmlns:a16="http://schemas.microsoft.com/office/drawing/2014/main" id="{5FA1FEB5-4C05-4A40-A583-7329D7C4E4C8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2006600" y="4546549"/>
            <a:ext cx="1907221" cy="114439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227011" indent="-171450">
              <a:spcAft>
                <a:spcPts val="0"/>
              </a:spcAft>
              <a:buFont typeface="Arial" panose="020B0604020202020204" pitchFamily="34" charset="0"/>
              <a:buChar char="•"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4260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>
            <a:extLst>
              <a:ext uri="{FF2B5EF4-FFF2-40B4-BE49-F238E27FC236}">
                <a16:creationId xmlns:a16="http://schemas.microsoft.com/office/drawing/2014/main" id="{CBA48427-9E4C-46A3-A8DA-41590B35B83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6" name="Objekt 5" hidden="1">
                        <a:extLst>
                          <a:ext uri="{FF2B5EF4-FFF2-40B4-BE49-F238E27FC236}">
                            <a16:creationId xmlns:a16="http://schemas.microsoft.com/office/drawing/2014/main" id="{CBA48427-9E4C-46A3-A8DA-41590B35B83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" name="Rectangle: Diagonal Corners Rounded 56">
            <a:extLst>
              <a:ext uri="{FF2B5EF4-FFF2-40B4-BE49-F238E27FC236}">
                <a16:creationId xmlns:a16="http://schemas.microsoft.com/office/drawing/2014/main" id="{7765C9F2-C31D-4312-8AC6-8F646D882133}"/>
              </a:ext>
            </a:extLst>
          </p:cNvPr>
          <p:cNvSpPr/>
          <p:nvPr userDrawn="1"/>
        </p:nvSpPr>
        <p:spPr>
          <a:xfrm>
            <a:off x="0" y="0"/>
            <a:ext cx="3913821" cy="1527151"/>
          </a:xfrm>
          <a:prstGeom prst="round2DiagRect">
            <a:avLst/>
          </a:prstGeom>
          <a:solidFill>
            <a:srgbClr val="750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/>
          </a:p>
        </p:txBody>
      </p:sp>
      <p:sp>
        <p:nvSpPr>
          <p:cNvPr id="58" name="Rechteck 9">
            <a:extLst>
              <a:ext uri="{FF2B5EF4-FFF2-40B4-BE49-F238E27FC236}">
                <a16:creationId xmlns:a16="http://schemas.microsoft.com/office/drawing/2014/main" id="{E20DDD5B-5D0F-4068-8427-767F68BBFF04}"/>
              </a:ext>
            </a:extLst>
          </p:cNvPr>
          <p:cNvSpPr/>
          <p:nvPr userDrawn="1"/>
        </p:nvSpPr>
        <p:spPr>
          <a:xfrm flipH="1">
            <a:off x="-1" y="0"/>
            <a:ext cx="4013203" cy="68646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680" tIns="22840" rIns="45680" bIns="22840" rtlCol="0" anchor="ctr"/>
          <a:lstStyle/>
          <a:p>
            <a:pPr algn="ctr" defTabSz="228394"/>
            <a:endParaRPr lang="de-DE" sz="933" b="0" cap="none" spc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/>
            </a:endParaRPr>
          </a:p>
        </p:txBody>
      </p:sp>
      <p:sp>
        <p:nvSpPr>
          <p:cNvPr id="59" name="Text Placeholder 9">
            <a:extLst>
              <a:ext uri="{FF2B5EF4-FFF2-40B4-BE49-F238E27FC236}">
                <a16:creationId xmlns:a16="http://schemas.microsoft.com/office/drawing/2014/main" id="{82FC41C2-A308-445D-B715-8DB7BDBFBBF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5999" y="265492"/>
            <a:ext cx="3085376" cy="305660"/>
          </a:xfrm>
          <a:noFill/>
        </p:spPr>
        <p:txBody>
          <a:bodyPr wrap="square" lIns="0" tIns="0" rIns="0" bIns="0">
            <a:spAutoFit/>
          </a:bodyPr>
          <a:lstStyle>
            <a:lvl1pPr marL="0">
              <a:lnSpc>
                <a:spcPct val="80000"/>
              </a:lnSpc>
              <a:spcAft>
                <a:spcPts val="0"/>
              </a:spcAft>
              <a:defRPr sz="2400" cap="all" normalizeH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Prénom  nom</a:t>
            </a:r>
          </a:p>
        </p:txBody>
      </p:sp>
      <p:sp>
        <p:nvSpPr>
          <p:cNvPr id="60" name="Text Placeholder 131">
            <a:extLst>
              <a:ext uri="{FF2B5EF4-FFF2-40B4-BE49-F238E27FC236}">
                <a16:creationId xmlns:a16="http://schemas.microsoft.com/office/drawing/2014/main" id="{76F4FEFD-C1F9-4798-A034-8C14D63D14C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539" y="1878030"/>
            <a:ext cx="3835282" cy="224123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55561" indent="0">
              <a:buFont typeface="Arial" panose="020B0604020202020204" pitchFamily="34" charset="0"/>
              <a:buNone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fr-FR"/>
              <a:t>XXX</a:t>
            </a:r>
            <a:endParaRPr lang="en-GB"/>
          </a:p>
          <a:p>
            <a:endParaRPr lang="en-US"/>
          </a:p>
        </p:txBody>
      </p:sp>
      <p:sp>
        <p:nvSpPr>
          <p:cNvPr id="61" name="Text Placeholder 131">
            <a:extLst>
              <a:ext uri="{FF2B5EF4-FFF2-40B4-BE49-F238E27FC236}">
                <a16:creationId xmlns:a16="http://schemas.microsoft.com/office/drawing/2014/main" id="{BC080545-AEB9-4F86-8398-811B30C5DE4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21461" y="690297"/>
            <a:ext cx="7992000" cy="6113327"/>
          </a:xfrm>
          <a:noFill/>
          <a:ln>
            <a:solidFill>
              <a:schemeClr val="accent1">
                <a:lumMod val="20000"/>
                <a:lumOff val="80000"/>
              </a:schemeClr>
            </a:solidFill>
            <a:prstDash val="sysDot"/>
          </a:ln>
        </p:spPr>
        <p:txBody>
          <a:bodyPr lIns="72000" tIns="72000" rIns="36000">
            <a:noAutofit/>
          </a:bodyPr>
          <a:lstStyle>
            <a:lvl1pPr marL="55561" indent="0">
              <a:buFont typeface="Arial" panose="020B0604020202020204" pitchFamily="34" charset="0"/>
              <a:buNone/>
              <a:defRPr sz="1150" b="0" i="1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spcAft>
                <a:spcPts val="400"/>
              </a:spcAft>
              <a:buFontTx/>
              <a:buNone/>
              <a:defRPr sz="750">
                <a:solidFill>
                  <a:schemeClr val="tx1"/>
                </a:solidFill>
              </a:defRPr>
            </a:lvl2pPr>
            <a:lvl3pPr indent="-72000">
              <a:spcBef>
                <a:spcPts val="0"/>
              </a:spcBef>
              <a:spcAft>
                <a:spcPts val="400"/>
              </a:spcAft>
              <a:defRPr sz="1100"/>
            </a:lvl3pPr>
          </a:lstStyle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900" b="1" i="0" u="none" strike="noStrike" kern="1200" cap="none" spc="0" normalizeH="0" baseline="0" noProof="0">
                <a:ln>
                  <a:noFill/>
                </a:ln>
                <a:solidFill>
                  <a:srgbClr val="7500C0">
                    <a:lumMod val="40000"/>
                    <a:lumOff val="60000"/>
                  </a:srgbClr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RÔLE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5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NOM DU CLIENT, Nom du Projet, Date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Activités</a:t>
            </a: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principales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900" b="1" i="0" u="none" strike="noStrike" kern="1200" cap="none" spc="0" normalizeH="0" baseline="0" noProof="0">
                <a:ln>
                  <a:noFill/>
                </a:ln>
                <a:solidFill>
                  <a:srgbClr val="7500C0">
                    <a:lumMod val="40000"/>
                    <a:lumOff val="60000"/>
                  </a:srgbClr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RÔLE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5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NOM DU CLIENT, Nom du Projet, Date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Activités principales</a:t>
            </a: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lang="en-US"/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C3E51176-9D52-44A0-9889-3A59D253018E}"/>
              </a:ext>
            </a:extLst>
          </p:cNvPr>
          <p:cNvGrpSpPr/>
          <p:nvPr userDrawn="1"/>
        </p:nvGrpSpPr>
        <p:grpSpPr>
          <a:xfrm>
            <a:off x="4108888" y="175145"/>
            <a:ext cx="7140359" cy="396009"/>
            <a:chOff x="4108888" y="175145"/>
            <a:chExt cx="7140359" cy="396009"/>
          </a:xfrm>
        </p:grpSpPr>
        <p:sp>
          <p:nvSpPr>
            <p:cNvPr id="64" name="Rectangle: Rounded Corners 98">
              <a:extLst>
                <a:ext uri="{FF2B5EF4-FFF2-40B4-BE49-F238E27FC236}">
                  <a16:creationId xmlns:a16="http://schemas.microsoft.com/office/drawing/2014/main" id="{3DC0D7D1-1EC6-44B1-A838-6B332020B5A0}"/>
                </a:ext>
              </a:extLst>
            </p:cNvPr>
            <p:cNvSpPr/>
            <p:nvPr userDrawn="1"/>
          </p:nvSpPr>
          <p:spPr>
            <a:xfrm>
              <a:off x="4171251" y="175145"/>
              <a:ext cx="7077996" cy="396007"/>
            </a:xfrm>
            <a:prstGeom prst="roundRect">
              <a:avLst>
                <a:gd name="adj" fmla="val 50000"/>
              </a:avLst>
            </a:prstGeom>
            <a:solidFill>
              <a:srgbClr val="6D047E">
                <a:alpha val="10000"/>
              </a:srgb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0" tIns="36000" rIns="36000" bIns="36000" rtlCol="0" anchor="ctr"/>
            <a:lstStyle/>
            <a:p>
              <a:pPr marL="55561" marR="0" lvl="0" indent="0" algn="l" defTabSz="914377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100" b="1" i="0" u="none" strike="noStrike" kern="1200" cap="all" spc="0" normalizeH="0" baseline="0" noProof="0">
                  <a:ln>
                    <a:noFill/>
                  </a:ln>
                  <a:solidFill>
                    <a:srgbClr val="7500C0"/>
                  </a:solidFill>
                  <a:effectLst/>
                  <a:uLnTx/>
                  <a:uFillTx/>
                  <a:latin typeface="Graphik" panose="020B0503030202060203" pitchFamily="34" charset="0"/>
                </a:rPr>
                <a:t>EXPéRIENCES SIGNIFICATIVES</a:t>
              </a:r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B601A531-BE0D-4A47-964F-AB4D15ECD3D7}"/>
                </a:ext>
              </a:extLst>
            </p:cNvPr>
            <p:cNvSpPr/>
            <p:nvPr userDrawn="1"/>
          </p:nvSpPr>
          <p:spPr>
            <a:xfrm>
              <a:off x="4108888" y="175147"/>
              <a:ext cx="400526" cy="396007"/>
            </a:xfrm>
            <a:prstGeom prst="ellipse">
              <a:avLst/>
            </a:prstGeom>
            <a:solidFill>
              <a:schemeClr val="accent2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000" b="1">
                <a:latin typeface="Graphik" panose="020B0503030202060203" pitchFamily="34" charset="0"/>
              </a:endParaRPr>
            </a:p>
          </p:txBody>
        </p:sp>
        <p:grpSp>
          <p:nvGrpSpPr>
            <p:cNvPr id="68" name="trophy win award best prize reward recognition top performer star">
              <a:extLst>
                <a:ext uri="{FF2B5EF4-FFF2-40B4-BE49-F238E27FC236}">
                  <a16:creationId xmlns:a16="http://schemas.microsoft.com/office/drawing/2014/main" id="{2476699F-7FD2-43D7-92C2-3976B9CCC33A}"/>
                </a:ext>
              </a:extLst>
            </p:cNvPr>
            <p:cNvGrpSpPr>
              <a:grpSpLocks noChangeAspect="1"/>
            </p:cNvGrpSpPr>
            <p:nvPr userDrawn="1"/>
          </p:nvGrpSpPr>
          <p:grpSpPr bwMode="auto">
            <a:xfrm>
              <a:off x="4207228" y="220266"/>
              <a:ext cx="203845" cy="305764"/>
              <a:chOff x="6609" y="1719"/>
              <a:chExt cx="284" cy="426"/>
            </a:xfrm>
            <a:solidFill>
              <a:schemeClr val="bg1"/>
            </a:solidFill>
          </p:grpSpPr>
          <p:sp>
            <p:nvSpPr>
              <p:cNvPr id="69" name="Freeform 75">
                <a:extLst>
                  <a:ext uri="{FF2B5EF4-FFF2-40B4-BE49-F238E27FC236}">
                    <a16:creationId xmlns:a16="http://schemas.microsoft.com/office/drawing/2014/main" id="{1530B87D-77B9-4CE1-99B3-257BB3FF941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36" y="2091"/>
                <a:ext cx="230" cy="54"/>
              </a:xfrm>
              <a:custGeom>
                <a:avLst/>
                <a:gdLst>
                  <a:gd name="T0" fmla="*/ 150 w 156"/>
                  <a:gd name="T1" fmla="*/ 36 h 36"/>
                  <a:gd name="T2" fmla="*/ 6 w 156"/>
                  <a:gd name="T3" fmla="*/ 36 h 36"/>
                  <a:gd name="T4" fmla="*/ 0 w 156"/>
                  <a:gd name="T5" fmla="*/ 30 h 36"/>
                  <a:gd name="T6" fmla="*/ 0 w 156"/>
                  <a:gd name="T7" fmla="*/ 6 h 36"/>
                  <a:gd name="T8" fmla="*/ 6 w 156"/>
                  <a:gd name="T9" fmla="*/ 0 h 36"/>
                  <a:gd name="T10" fmla="*/ 150 w 156"/>
                  <a:gd name="T11" fmla="*/ 0 h 36"/>
                  <a:gd name="T12" fmla="*/ 156 w 156"/>
                  <a:gd name="T13" fmla="*/ 6 h 36"/>
                  <a:gd name="T14" fmla="*/ 156 w 156"/>
                  <a:gd name="T15" fmla="*/ 30 h 36"/>
                  <a:gd name="T16" fmla="*/ 150 w 156"/>
                  <a:gd name="T17" fmla="*/ 36 h 36"/>
                  <a:gd name="T18" fmla="*/ 12 w 156"/>
                  <a:gd name="T19" fmla="*/ 24 h 36"/>
                  <a:gd name="T20" fmla="*/ 144 w 156"/>
                  <a:gd name="T21" fmla="*/ 24 h 36"/>
                  <a:gd name="T22" fmla="*/ 144 w 156"/>
                  <a:gd name="T23" fmla="*/ 12 h 36"/>
                  <a:gd name="T24" fmla="*/ 12 w 156"/>
                  <a:gd name="T25" fmla="*/ 12 h 36"/>
                  <a:gd name="T26" fmla="*/ 12 w 156"/>
                  <a:gd name="T27" fmla="*/ 24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56" h="36">
                    <a:moveTo>
                      <a:pt x="150" y="36"/>
                    </a:moveTo>
                    <a:cubicBezTo>
                      <a:pt x="6" y="36"/>
                      <a:pt x="6" y="36"/>
                      <a:pt x="6" y="36"/>
                    </a:cubicBezTo>
                    <a:cubicBezTo>
                      <a:pt x="3" y="36"/>
                      <a:pt x="0" y="33"/>
                      <a:pt x="0" y="30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150" y="0"/>
                      <a:pt x="150" y="0"/>
                      <a:pt x="150" y="0"/>
                    </a:cubicBezTo>
                    <a:cubicBezTo>
                      <a:pt x="154" y="0"/>
                      <a:pt x="156" y="3"/>
                      <a:pt x="156" y="6"/>
                    </a:cubicBezTo>
                    <a:cubicBezTo>
                      <a:pt x="156" y="30"/>
                      <a:pt x="156" y="30"/>
                      <a:pt x="156" y="30"/>
                    </a:cubicBezTo>
                    <a:cubicBezTo>
                      <a:pt x="156" y="33"/>
                      <a:pt x="154" y="36"/>
                      <a:pt x="150" y="36"/>
                    </a:cubicBezTo>
                    <a:close/>
                    <a:moveTo>
                      <a:pt x="12" y="24"/>
                    </a:moveTo>
                    <a:cubicBezTo>
                      <a:pt x="144" y="24"/>
                      <a:pt x="144" y="24"/>
                      <a:pt x="144" y="24"/>
                    </a:cubicBezTo>
                    <a:cubicBezTo>
                      <a:pt x="144" y="12"/>
                      <a:pt x="144" y="12"/>
                      <a:pt x="144" y="12"/>
                    </a:cubicBezTo>
                    <a:cubicBezTo>
                      <a:pt x="12" y="12"/>
                      <a:pt x="12" y="12"/>
                      <a:pt x="12" y="12"/>
                    </a:cubicBezTo>
                    <a:lnTo>
                      <a:pt x="12" y="2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70" name="Freeform 76">
                <a:extLst>
                  <a:ext uri="{FF2B5EF4-FFF2-40B4-BE49-F238E27FC236}">
                    <a16:creationId xmlns:a16="http://schemas.microsoft.com/office/drawing/2014/main" id="{0301ABAD-9225-408E-82DF-24182EC919E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71" y="1860"/>
                <a:ext cx="161" cy="249"/>
              </a:xfrm>
              <a:custGeom>
                <a:avLst/>
                <a:gdLst>
                  <a:gd name="T0" fmla="*/ 66 w 109"/>
                  <a:gd name="T1" fmla="*/ 169 h 169"/>
                  <a:gd name="T2" fmla="*/ 42 w 109"/>
                  <a:gd name="T3" fmla="*/ 169 h 169"/>
                  <a:gd name="T4" fmla="*/ 36 w 109"/>
                  <a:gd name="T5" fmla="*/ 164 h 169"/>
                  <a:gd name="T6" fmla="*/ 0 w 109"/>
                  <a:gd name="T7" fmla="*/ 8 h 169"/>
                  <a:gd name="T8" fmla="*/ 3 w 109"/>
                  <a:gd name="T9" fmla="*/ 2 h 169"/>
                  <a:gd name="T10" fmla="*/ 9 w 109"/>
                  <a:gd name="T11" fmla="*/ 1 h 169"/>
                  <a:gd name="T12" fmla="*/ 100 w 109"/>
                  <a:gd name="T13" fmla="*/ 1 h 169"/>
                  <a:gd name="T14" fmla="*/ 106 w 109"/>
                  <a:gd name="T15" fmla="*/ 2 h 169"/>
                  <a:gd name="T16" fmla="*/ 108 w 109"/>
                  <a:gd name="T17" fmla="*/ 8 h 169"/>
                  <a:gd name="T18" fmla="*/ 72 w 109"/>
                  <a:gd name="T19" fmla="*/ 164 h 169"/>
                  <a:gd name="T20" fmla="*/ 66 w 109"/>
                  <a:gd name="T21" fmla="*/ 169 h 169"/>
                  <a:gd name="T22" fmla="*/ 47 w 109"/>
                  <a:gd name="T23" fmla="*/ 157 h 169"/>
                  <a:gd name="T24" fmla="*/ 61 w 109"/>
                  <a:gd name="T25" fmla="*/ 157 h 169"/>
                  <a:gd name="T26" fmla="*/ 94 w 109"/>
                  <a:gd name="T27" fmla="*/ 17 h 169"/>
                  <a:gd name="T28" fmla="*/ 15 w 109"/>
                  <a:gd name="T29" fmla="*/ 17 h 169"/>
                  <a:gd name="T30" fmla="*/ 47 w 109"/>
                  <a:gd name="T31" fmla="*/ 157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09" h="169">
                    <a:moveTo>
                      <a:pt x="66" y="169"/>
                    </a:moveTo>
                    <a:cubicBezTo>
                      <a:pt x="42" y="169"/>
                      <a:pt x="42" y="169"/>
                      <a:pt x="42" y="169"/>
                    </a:cubicBezTo>
                    <a:cubicBezTo>
                      <a:pt x="39" y="169"/>
                      <a:pt x="37" y="167"/>
                      <a:pt x="36" y="164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6"/>
                      <a:pt x="1" y="4"/>
                      <a:pt x="3" y="2"/>
                    </a:cubicBezTo>
                    <a:cubicBezTo>
                      <a:pt x="4" y="1"/>
                      <a:pt x="7" y="0"/>
                      <a:pt x="9" y="1"/>
                    </a:cubicBezTo>
                    <a:cubicBezTo>
                      <a:pt x="40" y="17"/>
                      <a:pt x="69" y="17"/>
                      <a:pt x="100" y="1"/>
                    </a:cubicBezTo>
                    <a:cubicBezTo>
                      <a:pt x="102" y="0"/>
                      <a:pt x="104" y="1"/>
                      <a:pt x="106" y="2"/>
                    </a:cubicBezTo>
                    <a:cubicBezTo>
                      <a:pt x="108" y="4"/>
                      <a:pt x="109" y="6"/>
                      <a:pt x="108" y="8"/>
                    </a:cubicBezTo>
                    <a:cubicBezTo>
                      <a:pt x="72" y="164"/>
                      <a:pt x="72" y="164"/>
                      <a:pt x="72" y="164"/>
                    </a:cubicBezTo>
                    <a:cubicBezTo>
                      <a:pt x="71" y="167"/>
                      <a:pt x="69" y="169"/>
                      <a:pt x="66" y="169"/>
                    </a:cubicBezTo>
                    <a:close/>
                    <a:moveTo>
                      <a:pt x="47" y="157"/>
                    </a:moveTo>
                    <a:cubicBezTo>
                      <a:pt x="61" y="157"/>
                      <a:pt x="61" y="157"/>
                      <a:pt x="61" y="157"/>
                    </a:cubicBezTo>
                    <a:cubicBezTo>
                      <a:pt x="94" y="17"/>
                      <a:pt x="94" y="17"/>
                      <a:pt x="94" y="17"/>
                    </a:cubicBezTo>
                    <a:cubicBezTo>
                      <a:pt x="68" y="27"/>
                      <a:pt x="41" y="27"/>
                      <a:pt x="15" y="17"/>
                    </a:cubicBezTo>
                    <a:lnTo>
                      <a:pt x="47" y="15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71" name="Freeform 77">
                <a:extLst>
                  <a:ext uri="{FF2B5EF4-FFF2-40B4-BE49-F238E27FC236}">
                    <a16:creationId xmlns:a16="http://schemas.microsoft.com/office/drawing/2014/main" id="{E4579AF6-A0F9-4167-89DE-116F3F242AA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89" y="1719"/>
                <a:ext cx="124" cy="124"/>
              </a:xfrm>
              <a:custGeom>
                <a:avLst/>
                <a:gdLst>
                  <a:gd name="T0" fmla="*/ 42 w 84"/>
                  <a:gd name="T1" fmla="*/ 84 h 84"/>
                  <a:gd name="T2" fmla="*/ 0 w 84"/>
                  <a:gd name="T3" fmla="*/ 42 h 84"/>
                  <a:gd name="T4" fmla="*/ 42 w 84"/>
                  <a:gd name="T5" fmla="*/ 0 h 84"/>
                  <a:gd name="T6" fmla="*/ 84 w 84"/>
                  <a:gd name="T7" fmla="*/ 42 h 84"/>
                  <a:gd name="T8" fmla="*/ 42 w 84"/>
                  <a:gd name="T9" fmla="*/ 84 h 84"/>
                  <a:gd name="T10" fmla="*/ 42 w 84"/>
                  <a:gd name="T11" fmla="*/ 12 h 84"/>
                  <a:gd name="T12" fmla="*/ 12 w 84"/>
                  <a:gd name="T13" fmla="*/ 42 h 84"/>
                  <a:gd name="T14" fmla="*/ 42 w 84"/>
                  <a:gd name="T15" fmla="*/ 72 h 84"/>
                  <a:gd name="T16" fmla="*/ 72 w 84"/>
                  <a:gd name="T17" fmla="*/ 42 h 84"/>
                  <a:gd name="T18" fmla="*/ 42 w 84"/>
                  <a:gd name="T19" fmla="*/ 12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4" h="84">
                    <a:moveTo>
                      <a:pt x="42" y="84"/>
                    </a:moveTo>
                    <a:cubicBezTo>
                      <a:pt x="19" y="84"/>
                      <a:pt x="0" y="65"/>
                      <a:pt x="0" y="42"/>
                    </a:cubicBezTo>
                    <a:cubicBezTo>
                      <a:pt x="0" y="19"/>
                      <a:pt x="19" y="0"/>
                      <a:pt x="42" y="0"/>
                    </a:cubicBezTo>
                    <a:cubicBezTo>
                      <a:pt x="65" y="0"/>
                      <a:pt x="84" y="19"/>
                      <a:pt x="84" y="42"/>
                    </a:cubicBezTo>
                    <a:cubicBezTo>
                      <a:pt x="84" y="65"/>
                      <a:pt x="65" y="84"/>
                      <a:pt x="42" y="84"/>
                    </a:cubicBezTo>
                    <a:close/>
                    <a:moveTo>
                      <a:pt x="42" y="12"/>
                    </a:moveTo>
                    <a:cubicBezTo>
                      <a:pt x="26" y="12"/>
                      <a:pt x="12" y="25"/>
                      <a:pt x="12" y="42"/>
                    </a:cubicBezTo>
                    <a:cubicBezTo>
                      <a:pt x="12" y="59"/>
                      <a:pt x="26" y="72"/>
                      <a:pt x="42" y="72"/>
                    </a:cubicBezTo>
                    <a:cubicBezTo>
                      <a:pt x="59" y="72"/>
                      <a:pt x="72" y="59"/>
                      <a:pt x="72" y="42"/>
                    </a:cubicBezTo>
                    <a:cubicBezTo>
                      <a:pt x="72" y="25"/>
                      <a:pt x="59" y="12"/>
                      <a:pt x="42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88" name="Freeform 78">
                <a:extLst>
                  <a:ext uri="{FF2B5EF4-FFF2-40B4-BE49-F238E27FC236}">
                    <a16:creationId xmlns:a16="http://schemas.microsoft.com/office/drawing/2014/main" id="{D418FA72-AB87-46D0-9E89-F288475438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79" y="1925"/>
                <a:ext cx="114" cy="180"/>
              </a:xfrm>
              <a:custGeom>
                <a:avLst/>
                <a:gdLst>
                  <a:gd name="T0" fmla="*/ 10 w 77"/>
                  <a:gd name="T1" fmla="*/ 122 h 122"/>
                  <a:gd name="T2" fmla="*/ 0 w 77"/>
                  <a:gd name="T3" fmla="*/ 115 h 122"/>
                  <a:gd name="T4" fmla="*/ 62 w 77"/>
                  <a:gd name="T5" fmla="*/ 23 h 122"/>
                  <a:gd name="T6" fmla="*/ 36 w 77"/>
                  <a:gd name="T7" fmla="*/ 11 h 122"/>
                  <a:gd name="T8" fmla="*/ 41 w 77"/>
                  <a:gd name="T9" fmla="*/ 0 h 122"/>
                  <a:gd name="T10" fmla="*/ 73 w 77"/>
                  <a:gd name="T11" fmla="*/ 15 h 122"/>
                  <a:gd name="T12" fmla="*/ 77 w 77"/>
                  <a:gd name="T13" fmla="*/ 19 h 122"/>
                  <a:gd name="T14" fmla="*/ 76 w 77"/>
                  <a:gd name="T15" fmla="*/ 24 h 122"/>
                  <a:gd name="T16" fmla="*/ 10 w 77"/>
                  <a:gd name="T17" fmla="*/ 122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7" h="122">
                    <a:moveTo>
                      <a:pt x="10" y="122"/>
                    </a:moveTo>
                    <a:cubicBezTo>
                      <a:pt x="0" y="115"/>
                      <a:pt x="0" y="115"/>
                      <a:pt x="0" y="115"/>
                    </a:cubicBezTo>
                    <a:cubicBezTo>
                      <a:pt x="62" y="23"/>
                      <a:pt x="62" y="23"/>
                      <a:pt x="62" y="23"/>
                    </a:cubicBezTo>
                    <a:cubicBezTo>
                      <a:pt x="36" y="11"/>
                      <a:pt x="36" y="11"/>
                      <a:pt x="36" y="11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73" y="15"/>
                      <a:pt x="73" y="15"/>
                      <a:pt x="73" y="15"/>
                    </a:cubicBezTo>
                    <a:cubicBezTo>
                      <a:pt x="75" y="16"/>
                      <a:pt x="76" y="17"/>
                      <a:pt x="77" y="19"/>
                    </a:cubicBezTo>
                    <a:cubicBezTo>
                      <a:pt x="77" y="21"/>
                      <a:pt x="77" y="22"/>
                      <a:pt x="76" y="24"/>
                    </a:cubicBezTo>
                    <a:lnTo>
                      <a:pt x="10" y="1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100" name="Freeform 79">
                <a:extLst>
                  <a:ext uri="{FF2B5EF4-FFF2-40B4-BE49-F238E27FC236}">
                    <a16:creationId xmlns:a16="http://schemas.microsoft.com/office/drawing/2014/main" id="{1E28F628-2379-409C-8684-FA1728A8B4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09" y="1925"/>
                <a:ext cx="114" cy="180"/>
              </a:xfrm>
              <a:custGeom>
                <a:avLst/>
                <a:gdLst>
                  <a:gd name="T0" fmla="*/ 67 w 77"/>
                  <a:gd name="T1" fmla="*/ 122 h 122"/>
                  <a:gd name="T2" fmla="*/ 2 w 77"/>
                  <a:gd name="T3" fmla="*/ 24 h 122"/>
                  <a:gd name="T4" fmla="*/ 1 w 77"/>
                  <a:gd name="T5" fmla="*/ 19 h 122"/>
                  <a:gd name="T6" fmla="*/ 4 w 77"/>
                  <a:gd name="T7" fmla="*/ 15 h 122"/>
                  <a:gd name="T8" fmla="*/ 37 w 77"/>
                  <a:gd name="T9" fmla="*/ 0 h 122"/>
                  <a:gd name="T10" fmla="*/ 42 w 77"/>
                  <a:gd name="T11" fmla="*/ 11 h 122"/>
                  <a:gd name="T12" fmla="*/ 15 w 77"/>
                  <a:gd name="T13" fmla="*/ 23 h 122"/>
                  <a:gd name="T14" fmla="*/ 77 w 77"/>
                  <a:gd name="T15" fmla="*/ 115 h 122"/>
                  <a:gd name="T16" fmla="*/ 67 w 77"/>
                  <a:gd name="T17" fmla="*/ 122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7" h="122">
                    <a:moveTo>
                      <a:pt x="67" y="122"/>
                    </a:moveTo>
                    <a:cubicBezTo>
                      <a:pt x="2" y="24"/>
                      <a:pt x="2" y="24"/>
                      <a:pt x="2" y="24"/>
                    </a:cubicBezTo>
                    <a:cubicBezTo>
                      <a:pt x="1" y="22"/>
                      <a:pt x="0" y="21"/>
                      <a:pt x="1" y="19"/>
                    </a:cubicBezTo>
                    <a:cubicBezTo>
                      <a:pt x="1" y="17"/>
                      <a:pt x="2" y="16"/>
                      <a:pt x="4" y="15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42" y="11"/>
                      <a:pt x="42" y="11"/>
                      <a:pt x="42" y="11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77" y="115"/>
                      <a:pt x="77" y="115"/>
                      <a:pt x="77" y="115"/>
                    </a:cubicBezTo>
                    <a:lnTo>
                      <a:pt x="67" y="1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01" name="Group 101">
            <a:extLst>
              <a:ext uri="{FF2B5EF4-FFF2-40B4-BE49-F238E27FC236}">
                <a16:creationId xmlns:a16="http://schemas.microsoft.com/office/drawing/2014/main" id="{DFA93745-192C-4540-9787-AE8F361061A3}"/>
              </a:ext>
            </a:extLst>
          </p:cNvPr>
          <p:cNvGrpSpPr/>
          <p:nvPr userDrawn="1"/>
        </p:nvGrpSpPr>
        <p:grpSpPr>
          <a:xfrm>
            <a:off x="11407296" y="84265"/>
            <a:ext cx="559449" cy="567718"/>
            <a:chOff x="7824192" y="3447860"/>
            <a:chExt cx="381000" cy="390525"/>
          </a:xfrm>
          <a:solidFill>
            <a:schemeClr val="accent1"/>
          </a:solidFill>
        </p:grpSpPr>
        <p:pic>
          <p:nvPicPr>
            <p:cNvPr id="102" name="Graphic 102">
              <a:extLst>
                <a:ext uri="{FF2B5EF4-FFF2-40B4-BE49-F238E27FC236}">
                  <a16:creationId xmlns:a16="http://schemas.microsoft.com/office/drawing/2014/main" id="{7B821BD6-B088-4171-A842-028D60945A8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824192" y="3600260"/>
              <a:ext cx="381000" cy="238125"/>
            </a:xfrm>
            <a:prstGeom prst="rect">
              <a:avLst/>
            </a:prstGeom>
          </p:spPr>
        </p:pic>
        <p:pic>
          <p:nvPicPr>
            <p:cNvPr id="103" name="Graphic 103">
              <a:extLst>
                <a:ext uri="{FF2B5EF4-FFF2-40B4-BE49-F238E27FC236}">
                  <a16:creationId xmlns:a16="http://schemas.microsoft.com/office/drawing/2014/main" id="{83238B4C-6AAE-47E6-93F8-C1BAC9D54BA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824192" y="3447860"/>
              <a:ext cx="381000" cy="238125"/>
            </a:xfrm>
            <a:prstGeom prst="rect">
              <a:avLst/>
            </a:prstGeom>
          </p:spPr>
        </p:pic>
      </p:grpSp>
      <p:sp>
        <p:nvSpPr>
          <p:cNvPr id="104" name="Rectangle: Rounded Corners 10">
            <a:extLst>
              <a:ext uri="{FF2B5EF4-FFF2-40B4-BE49-F238E27FC236}">
                <a16:creationId xmlns:a16="http://schemas.microsoft.com/office/drawing/2014/main" id="{C8346483-7DEA-40C6-844D-EEB55AF8AA1C}"/>
              </a:ext>
            </a:extLst>
          </p:cNvPr>
          <p:cNvSpPr/>
          <p:nvPr userDrawn="1"/>
        </p:nvSpPr>
        <p:spPr>
          <a:xfrm>
            <a:off x="-1" y="1527151"/>
            <a:ext cx="4013203" cy="305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91440" rIns="0" bIns="45720" rtlCol="0">
            <a:noAutofit/>
          </a:bodyPr>
          <a:lstStyle/>
          <a:p>
            <a:pPr marL="55561" lvl="0" indent="0" defTabSz="914377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 sz="1100" b="0" cap="none" baseline="0" noProof="0">
                <a:solidFill>
                  <a:schemeClr val="accent2"/>
                </a:solidFill>
                <a:latin typeface="Graphik Black" panose="020B0A03030202060203" pitchFamily="34" charset="0"/>
              </a:rPr>
              <a:t>PARCOURS PROFESSIONNEL ET ACADÉMIQUE</a:t>
            </a:r>
          </a:p>
        </p:txBody>
      </p:sp>
      <p:sp>
        <p:nvSpPr>
          <p:cNvPr id="105" name="Rectangle: Rounded Corners 10">
            <a:extLst>
              <a:ext uri="{FF2B5EF4-FFF2-40B4-BE49-F238E27FC236}">
                <a16:creationId xmlns:a16="http://schemas.microsoft.com/office/drawing/2014/main" id="{074314DF-E8DE-4257-BB1B-7C50A7FC642B}"/>
              </a:ext>
            </a:extLst>
          </p:cNvPr>
          <p:cNvSpPr/>
          <p:nvPr userDrawn="1"/>
        </p:nvSpPr>
        <p:spPr>
          <a:xfrm>
            <a:off x="0" y="4195942"/>
            <a:ext cx="4013203" cy="305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91440" rIns="0" bIns="45720" rtlCol="0">
            <a:noAutofit/>
          </a:bodyPr>
          <a:lstStyle/>
          <a:p>
            <a:pPr marL="55561" lvl="0" indent="0" defTabSz="914377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 sz="1100" b="0" cap="none" baseline="0" noProof="0">
                <a:solidFill>
                  <a:schemeClr val="accent2"/>
                </a:solidFill>
                <a:latin typeface="Graphik Black" panose="020B0A03030202060203" pitchFamily="34" charset="0"/>
              </a:rPr>
              <a:t> COMPÉTENCES &amp; CERTIFICATIONS</a:t>
            </a:r>
            <a:endParaRPr lang="en-AU" sz="1100" b="0" cap="none" baseline="0">
              <a:solidFill>
                <a:schemeClr val="accent2"/>
              </a:solidFill>
              <a:latin typeface="Graphik Black" panose="020B0A03030202060203" pitchFamily="34" charset="0"/>
            </a:endParaRPr>
          </a:p>
        </p:txBody>
      </p:sp>
      <p:sp>
        <p:nvSpPr>
          <p:cNvPr id="106" name="Text Placeholder 9">
            <a:extLst>
              <a:ext uri="{FF2B5EF4-FFF2-40B4-BE49-F238E27FC236}">
                <a16:creationId xmlns:a16="http://schemas.microsoft.com/office/drawing/2014/main" id="{99C5DC95-2DAC-40D9-BCEA-98D2D3E0BE1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8790" y="1064142"/>
            <a:ext cx="3460703" cy="221599"/>
          </a:xfrm>
          <a:noFill/>
        </p:spPr>
        <p:txBody>
          <a:bodyPr wrap="square" lIns="0" tIns="0" rIns="0" bIns="0">
            <a:spAutoFit/>
          </a:bodyPr>
          <a:lstStyle>
            <a:lvl1pPr marL="0">
              <a:lnSpc>
                <a:spcPct val="80000"/>
              </a:lnSpc>
              <a:spcAft>
                <a:spcPts val="0"/>
              </a:spcAft>
              <a:defRPr sz="1800" cap="all" normalizeH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Rôle</a:t>
            </a:r>
            <a:endParaRPr lang="en-US"/>
          </a:p>
        </p:txBody>
      </p:sp>
      <p:sp>
        <p:nvSpPr>
          <p:cNvPr id="107" name="Rectangle: Rounded Corners 10">
            <a:extLst>
              <a:ext uri="{FF2B5EF4-FFF2-40B4-BE49-F238E27FC236}">
                <a16:creationId xmlns:a16="http://schemas.microsoft.com/office/drawing/2014/main" id="{9A58CF05-3C25-4E49-8BB9-13CB0BAA426E}"/>
              </a:ext>
            </a:extLst>
          </p:cNvPr>
          <p:cNvSpPr/>
          <p:nvPr userDrawn="1"/>
        </p:nvSpPr>
        <p:spPr>
          <a:xfrm>
            <a:off x="0" y="5707522"/>
            <a:ext cx="3992845" cy="305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91440" rIns="0" bIns="45720" rtlCol="0">
            <a:noAutofit/>
          </a:bodyPr>
          <a:lstStyle/>
          <a:p>
            <a:pPr marL="55561" marR="0" lvl="0" indent="0" algn="l" defTabSz="914377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100" b="1" kern="1200">
                <a:solidFill>
                  <a:schemeClr val="accent2"/>
                </a:solidFill>
                <a:latin typeface="+mj-lt"/>
                <a:ea typeface="+mn-ea"/>
                <a:cs typeface="Arial" panose="020B0604020202020204" pitchFamily="34" charset="0"/>
              </a:rPr>
              <a:t> INDUSTRIES</a:t>
            </a:r>
            <a:endParaRPr lang="en-AU" sz="1100" b="1" kern="1200">
              <a:solidFill>
                <a:schemeClr val="accent2"/>
              </a:solidFill>
              <a:latin typeface="+mj-lt"/>
              <a:ea typeface="+mn-ea"/>
              <a:cs typeface="Arial" panose="020B0604020202020204" pitchFamily="34" charset="0"/>
            </a:endParaRPr>
          </a:p>
          <a:p>
            <a:pPr marL="55561" lvl="0" indent="0" defTabSz="914377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endParaRPr lang="en-AU" sz="1100" b="0" cap="none" baseline="0">
              <a:solidFill>
                <a:schemeClr val="accent2"/>
              </a:solidFill>
              <a:latin typeface="Graphik Black" panose="020B0A03030202060203" pitchFamily="34" charset="0"/>
            </a:endParaRPr>
          </a:p>
        </p:txBody>
      </p:sp>
      <p:sp>
        <p:nvSpPr>
          <p:cNvPr id="109" name="Text Placeholder 131">
            <a:extLst>
              <a:ext uri="{FF2B5EF4-FFF2-40B4-BE49-F238E27FC236}">
                <a16:creationId xmlns:a16="http://schemas.microsoft.com/office/drawing/2014/main" id="{8457750B-1B67-4E6F-91F8-E835B830C01B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68360" y="6013182"/>
            <a:ext cx="3835282" cy="79044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227011" indent="-171450">
              <a:spcAft>
                <a:spcPts val="0"/>
              </a:spcAft>
              <a:buFont typeface="Arial" panose="020B0604020202020204" pitchFamily="34" charset="0"/>
              <a:buChar char="•"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endParaRPr lang="en-US"/>
          </a:p>
        </p:txBody>
      </p:sp>
      <p:sp>
        <p:nvSpPr>
          <p:cNvPr id="26" name="Text Placeholder 131">
            <a:extLst>
              <a:ext uri="{FF2B5EF4-FFF2-40B4-BE49-F238E27FC236}">
                <a16:creationId xmlns:a16="http://schemas.microsoft.com/office/drawing/2014/main" id="{5A2EA68B-9BB2-4DDD-BEEF-4E437C63F146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68360" y="4546549"/>
            <a:ext cx="1829981" cy="114439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227011" indent="-171450">
              <a:spcAft>
                <a:spcPts val="0"/>
              </a:spcAft>
              <a:buFont typeface="Arial" panose="020B0604020202020204" pitchFamily="34" charset="0"/>
              <a:buChar char="•"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endParaRPr lang="en-US"/>
          </a:p>
        </p:txBody>
      </p:sp>
      <p:sp>
        <p:nvSpPr>
          <p:cNvPr id="27" name="Text Placeholder 131">
            <a:extLst>
              <a:ext uri="{FF2B5EF4-FFF2-40B4-BE49-F238E27FC236}">
                <a16:creationId xmlns:a16="http://schemas.microsoft.com/office/drawing/2014/main" id="{A26A33F3-D88F-48BE-B4E7-4DFBFB77AD3F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2006600" y="4546549"/>
            <a:ext cx="1907221" cy="114439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227011" indent="-171450">
              <a:spcAft>
                <a:spcPts val="0"/>
              </a:spcAft>
              <a:buFont typeface="Arial" panose="020B0604020202020204" pitchFamily="34" charset="0"/>
              <a:buChar char="•"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919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Diagonal Corners Rounded 1">
            <a:extLst>
              <a:ext uri="{FF2B5EF4-FFF2-40B4-BE49-F238E27FC236}">
                <a16:creationId xmlns:a16="http://schemas.microsoft.com/office/drawing/2014/main" id="{AB4BC4BF-5960-4EEA-A3F1-5837F24D238F}"/>
              </a:ext>
            </a:extLst>
          </p:cNvPr>
          <p:cNvSpPr/>
          <p:nvPr userDrawn="1"/>
        </p:nvSpPr>
        <p:spPr>
          <a:xfrm>
            <a:off x="0" y="0"/>
            <a:ext cx="3913821" cy="1527151"/>
          </a:xfrm>
          <a:prstGeom prst="round2DiagRect">
            <a:avLst/>
          </a:prstGeom>
          <a:solidFill>
            <a:srgbClr val="750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/>
          </a:p>
        </p:txBody>
      </p:sp>
      <p:sp>
        <p:nvSpPr>
          <p:cNvPr id="12" name="Rechteck 9">
            <a:extLst>
              <a:ext uri="{FF2B5EF4-FFF2-40B4-BE49-F238E27FC236}">
                <a16:creationId xmlns:a16="http://schemas.microsoft.com/office/drawing/2014/main" id="{63D09389-048B-4EA1-89D9-AEE8AE1C4625}"/>
              </a:ext>
            </a:extLst>
          </p:cNvPr>
          <p:cNvSpPr/>
          <p:nvPr userDrawn="1"/>
        </p:nvSpPr>
        <p:spPr>
          <a:xfrm flipH="1">
            <a:off x="-1" y="0"/>
            <a:ext cx="4013203" cy="68646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680" tIns="22840" rIns="45680" bIns="22840" rtlCol="0" anchor="ctr"/>
          <a:lstStyle/>
          <a:p>
            <a:pPr algn="ctr" defTabSz="228394"/>
            <a:endParaRPr lang="de-DE" sz="933" b="0" cap="none" spc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/>
            </a:endParaRPr>
          </a:p>
        </p:txBody>
      </p:sp>
      <p:graphicFrame>
        <p:nvGraphicFramePr>
          <p:cNvPr id="6" name="Objekt 5" hidden="1">
            <a:extLst>
              <a:ext uri="{FF2B5EF4-FFF2-40B4-BE49-F238E27FC236}">
                <a16:creationId xmlns:a16="http://schemas.microsoft.com/office/drawing/2014/main" id="{CBA48427-9E4C-46A3-A8DA-41590B35B83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6" name="Objekt 5" hidden="1">
                        <a:extLst>
                          <a:ext uri="{FF2B5EF4-FFF2-40B4-BE49-F238E27FC236}">
                            <a16:creationId xmlns:a16="http://schemas.microsoft.com/office/drawing/2014/main" id="{CBA48427-9E4C-46A3-A8DA-41590B35B83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4E4B6BF-F976-407A-B724-BF43FD1368A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5999" y="265492"/>
            <a:ext cx="3085376" cy="305660"/>
          </a:xfrm>
          <a:noFill/>
        </p:spPr>
        <p:txBody>
          <a:bodyPr wrap="square" lIns="0" tIns="0" rIns="0" bIns="0">
            <a:spAutoFit/>
          </a:bodyPr>
          <a:lstStyle>
            <a:lvl1pPr marL="0">
              <a:lnSpc>
                <a:spcPct val="80000"/>
              </a:lnSpc>
              <a:spcAft>
                <a:spcPts val="0"/>
              </a:spcAft>
              <a:defRPr sz="2400" cap="all" normalizeH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NAME SURNAME</a:t>
            </a:r>
          </a:p>
        </p:txBody>
      </p:sp>
      <p:sp>
        <p:nvSpPr>
          <p:cNvPr id="44" name="Text Placeholder 131">
            <a:extLst>
              <a:ext uri="{FF2B5EF4-FFF2-40B4-BE49-F238E27FC236}">
                <a16:creationId xmlns:a16="http://schemas.microsoft.com/office/drawing/2014/main" id="{CF439A69-077F-458A-9472-FBA1545CCF9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539" y="1878030"/>
            <a:ext cx="3835282" cy="224123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55561" indent="0">
              <a:buFont typeface="Arial" panose="020B0604020202020204" pitchFamily="34" charset="0"/>
              <a:buNone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fr-FR"/>
              <a:t>XXXX</a:t>
            </a:r>
            <a:endParaRPr lang="en-GB"/>
          </a:p>
          <a:p>
            <a:endParaRPr lang="en-US"/>
          </a:p>
        </p:txBody>
      </p:sp>
      <p:sp>
        <p:nvSpPr>
          <p:cNvPr id="51" name="Text Placeholder 131">
            <a:extLst>
              <a:ext uri="{FF2B5EF4-FFF2-40B4-BE49-F238E27FC236}">
                <a16:creationId xmlns:a16="http://schemas.microsoft.com/office/drawing/2014/main" id="{565F6716-8CE9-4754-BCC4-4E803C7B1CA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21461" y="690297"/>
            <a:ext cx="7992000" cy="6113327"/>
          </a:xfrm>
          <a:noFill/>
          <a:ln>
            <a:solidFill>
              <a:schemeClr val="accent1">
                <a:lumMod val="20000"/>
                <a:lumOff val="80000"/>
              </a:schemeClr>
            </a:solidFill>
            <a:prstDash val="sysDot"/>
          </a:ln>
        </p:spPr>
        <p:txBody>
          <a:bodyPr lIns="72000" tIns="72000" rIns="36000">
            <a:noAutofit/>
          </a:bodyPr>
          <a:lstStyle>
            <a:lvl1pPr marL="55561" indent="0">
              <a:buFont typeface="Arial" panose="020B0604020202020204" pitchFamily="34" charset="0"/>
              <a:buNone/>
              <a:defRPr sz="1150" b="0" i="1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spcAft>
                <a:spcPts val="400"/>
              </a:spcAft>
              <a:buFontTx/>
              <a:buNone/>
              <a:defRPr sz="750"/>
            </a:lvl2pPr>
            <a:lvl3pPr indent="-72000">
              <a:spcBef>
                <a:spcPts val="0"/>
              </a:spcBef>
              <a:spcAft>
                <a:spcPts val="400"/>
              </a:spcAft>
              <a:defRPr sz="1100"/>
            </a:lvl3pPr>
          </a:lstStyle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900" b="1" i="0" u="none" strike="noStrike" kern="1200" cap="none" spc="0" normalizeH="0" baseline="0" noProof="0">
                <a:ln>
                  <a:noFill/>
                </a:ln>
                <a:solidFill>
                  <a:srgbClr val="7500C0">
                    <a:lumMod val="40000"/>
                    <a:lumOff val="60000"/>
                  </a:srgbClr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ROLE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5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CLIENT NAME, Project name, Date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Main activities</a:t>
            </a: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900" b="1" i="0" u="none" strike="noStrike" kern="1200" cap="none" spc="0" normalizeH="0" baseline="0" noProof="0">
                <a:ln>
                  <a:noFill/>
                </a:ln>
                <a:solidFill>
                  <a:srgbClr val="7500C0">
                    <a:lumMod val="40000"/>
                    <a:lumOff val="60000"/>
                  </a:srgbClr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ROLE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5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CLIENT NAME, Project name, Date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Main activities</a:t>
            </a: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596EBC3-6BDE-417B-9D3A-2703945C4430}"/>
              </a:ext>
            </a:extLst>
          </p:cNvPr>
          <p:cNvGrpSpPr/>
          <p:nvPr userDrawn="1"/>
        </p:nvGrpSpPr>
        <p:grpSpPr>
          <a:xfrm>
            <a:off x="4108888" y="175145"/>
            <a:ext cx="7140359" cy="396009"/>
            <a:chOff x="4108888" y="175145"/>
            <a:chExt cx="7140359" cy="396009"/>
          </a:xfrm>
        </p:grpSpPr>
        <p:sp>
          <p:nvSpPr>
            <p:cNvPr id="63" name="Rectangle: Rounded Corners 98">
              <a:extLst>
                <a:ext uri="{FF2B5EF4-FFF2-40B4-BE49-F238E27FC236}">
                  <a16:creationId xmlns:a16="http://schemas.microsoft.com/office/drawing/2014/main" id="{CBBFEC3D-F23C-42F0-99DB-089E8DD98BC3}"/>
                </a:ext>
              </a:extLst>
            </p:cNvPr>
            <p:cNvSpPr/>
            <p:nvPr userDrawn="1"/>
          </p:nvSpPr>
          <p:spPr>
            <a:xfrm>
              <a:off x="4171251" y="175145"/>
              <a:ext cx="7077996" cy="396007"/>
            </a:xfrm>
            <a:prstGeom prst="roundRect">
              <a:avLst>
                <a:gd name="adj" fmla="val 50000"/>
              </a:avLst>
            </a:prstGeom>
            <a:solidFill>
              <a:srgbClr val="6D047E">
                <a:alpha val="10000"/>
              </a:srgb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0" tIns="36000" rIns="36000" bIns="36000" rtlCol="0" anchor="ctr"/>
            <a:lstStyle/>
            <a:p>
              <a:pPr marL="55561" marR="0" lvl="0" indent="0" algn="l" defTabSz="914377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100" b="1" i="0" u="none" strike="noStrike" kern="1200" cap="all" spc="0" normalizeH="0" baseline="0" noProof="0">
                  <a:ln>
                    <a:noFill/>
                  </a:ln>
                  <a:solidFill>
                    <a:srgbClr val="7500C0"/>
                  </a:solidFill>
                  <a:effectLst/>
                  <a:uLnTx/>
                  <a:uFillTx/>
                  <a:latin typeface="Graphik" panose="020B0503030202060203" pitchFamily="34" charset="0"/>
                </a:rPr>
                <a:t>SIGNIFICANT EXPERIENCES</a:t>
              </a:r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16559F58-2054-4E9D-A75F-8692A26C523B}"/>
                </a:ext>
              </a:extLst>
            </p:cNvPr>
            <p:cNvSpPr/>
            <p:nvPr userDrawn="1"/>
          </p:nvSpPr>
          <p:spPr>
            <a:xfrm>
              <a:off x="4108888" y="175147"/>
              <a:ext cx="400526" cy="396007"/>
            </a:xfrm>
            <a:prstGeom prst="ellipse">
              <a:avLst/>
            </a:prstGeom>
            <a:solidFill>
              <a:schemeClr val="accent2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000" b="1">
                <a:latin typeface="Graphik" panose="020B0503030202060203" pitchFamily="34" charset="0"/>
              </a:endParaRPr>
            </a:p>
          </p:txBody>
        </p:sp>
        <p:grpSp>
          <p:nvGrpSpPr>
            <p:cNvPr id="37" name="trophy win award best prize reward recognition top performer star">
              <a:extLst>
                <a:ext uri="{FF2B5EF4-FFF2-40B4-BE49-F238E27FC236}">
                  <a16:creationId xmlns:a16="http://schemas.microsoft.com/office/drawing/2014/main" id="{6412261F-134D-49C3-9A5F-5B6C51592BA8}"/>
                </a:ext>
              </a:extLst>
            </p:cNvPr>
            <p:cNvGrpSpPr>
              <a:grpSpLocks noChangeAspect="1"/>
            </p:cNvGrpSpPr>
            <p:nvPr userDrawn="1"/>
          </p:nvGrpSpPr>
          <p:grpSpPr bwMode="auto">
            <a:xfrm>
              <a:off x="4207228" y="220266"/>
              <a:ext cx="203845" cy="305764"/>
              <a:chOff x="6609" y="1719"/>
              <a:chExt cx="284" cy="426"/>
            </a:xfrm>
            <a:solidFill>
              <a:schemeClr val="bg1"/>
            </a:solidFill>
          </p:grpSpPr>
          <p:sp>
            <p:nvSpPr>
              <p:cNvPr id="38" name="Freeform 75">
                <a:extLst>
                  <a:ext uri="{FF2B5EF4-FFF2-40B4-BE49-F238E27FC236}">
                    <a16:creationId xmlns:a16="http://schemas.microsoft.com/office/drawing/2014/main" id="{D4B7B4C9-204F-4C10-B84A-A73308FAFC1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36" y="2091"/>
                <a:ext cx="230" cy="54"/>
              </a:xfrm>
              <a:custGeom>
                <a:avLst/>
                <a:gdLst>
                  <a:gd name="T0" fmla="*/ 150 w 156"/>
                  <a:gd name="T1" fmla="*/ 36 h 36"/>
                  <a:gd name="T2" fmla="*/ 6 w 156"/>
                  <a:gd name="T3" fmla="*/ 36 h 36"/>
                  <a:gd name="T4" fmla="*/ 0 w 156"/>
                  <a:gd name="T5" fmla="*/ 30 h 36"/>
                  <a:gd name="T6" fmla="*/ 0 w 156"/>
                  <a:gd name="T7" fmla="*/ 6 h 36"/>
                  <a:gd name="T8" fmla="*/ 6 w 156"/>
                  <a:gd name="T9" fmla="*/ 0 h 36"/>
                  <a:gd name="T10" fmla="*/ 150 w 156"/>
                  <a:gd name="T11" fmla="*/ 0 h 36"/>
                  <a:gd name="T12" fmla="*/ 156 w 156"/>
                  <a:gd name="T13" fmla="*/ 6 h 36"/>
                  <a:gd name="T14" fmla="*/ 156 w 156"/>
                  <a:gd name="T15" fmla="*/ 30 h 36"/>
                  <a:gd name="T16" fmla="*/ 150 w 156"/>
                  <a:gd name="T17" fmla="*/ 36 h 36"/>
                  <a:gd name="T18" fmla="*/ 12 w 156"/>
                  <a:gd name="T19" fmla="*/ 24 h 36"/>
                  <a:gd name="T20" fmla="*/ 144 w 156"/>
                  <a:gd name="T21" fmla="*/ 24 h 36"/>
                  <a:gd name="T22" fmla="*/ 144 w 156"/>
                  <a:gd name="T23" fmla="*/ 12 h 36"/>
                  <a:gd name="T24" fmla="*/ 12 w 156"/>
                  <a:gd name="T25" fmla="*/ 12 h 36"/>
                  <a:gd name="T26" fmla="*/ 12 w 156"/>
                  <a:gd name="T27" fmla="*/ 24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56" h="36">
                    <a:moveTo>
                      <a:pt x="150" y="36"/>
                    </a:moveTo>
                    <a:cubicBezTo>
                      <a:pt x="6" y="36"/>
                      <a:pt x="6" y="36"/>
                      <a:pt x="6" y="36"/>
                    </a:cubicBezTo>
                    <a:cubicBezTo>
                      <a:pt x="3" y="36"/>
                      <a:pt x="0" y="33"/>
                      <a:pt x="0" y="30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150" y="0"/>
                      <a:pt x="150" y="0"/>
                      <a:pt x="150" y="0"/>
                    </a:cubicBezTo>
                    <a:cubicBezTo>
                      <a:pt x="154" y="0"/>
                      <a:pt x="156" y="3"/>
                      <a:pt x="156" y="6"/>
                    </a:cubicBezTo>
                    <a:cubicBezTo>
                      <a:pt x="156" y="30"/>
                      <a:pt x="156" y="30"/>
                      <a:pt x="156" y="30"/>
                    </a:cubicBezTo>
                    <a:cubicBezTo>
                      <a:pt x="156" y="33"/>
                      <a:pt x="154" y="36"/>
                      <a:pt x="150" y="36"/>
                    </a:cubicBezTo>
                    <a:close/>
                    <a:moveTo>
                      <a:pt x="12" y="24"/>
                    </a:moveTo>
                    <a:cubicBezTo>
                      <a:pt x="144" y="24"/>
                      <a:pt x="144" y="24"/>
                      <a:pt x="144" y="24"/>
                    </a:cubicBezTo>
                    <a:cubicBezTo>
                      <a:pt x="144" y="12"/>
                      <a:pt x="144" y="12"/>
                      <a:pt x="144" y="12"/>
                    </a:cubicBezTo>
                    <a:cubicBezTo>
                      <a:pt x="12" y="12"/>
                      <a:pt x="12" y="12"/>
                      <a:pt x="12" y="12"/>
                    </a:cubicBezTo>
                    <a:lnTo>
                      <a:pt x="12" y="2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39" name="Freeform 76">
                <a:extLst>
                  <a:ext uri="{FF2B5EF4-FFF2-40B4-BE49-F238E27FC236}">
                    <a16:creationId xmlns:a16="http://schemas.microsoft.com/office/drawing/2014/main" id="{64AE8827-B49A-41BE-9C02-4A46058892A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71" y="1860"/>
                <a:ext cx="161" cy="249"/>
              </a:xfrm>
              <a:custGeom>
                <a:avLst/>
                <a:gdLst>
                  <a:gd name="T0" fmla="*/ 66 w 109"/>
                  <a:gd name="T1" fmla="*/ 169 h 169"/>
                  <a:gd name="T2" fmla="*/ 42 w 109"/>
                  <a:gd name="T3" fmla="*/ 169 h 169"/>
                  <a:gd name="T4" fmla="*/ 36 w 109"/>
                  <a:gd name="T5" fmla="*/ 164 h 169"/>
                  <a:gd name="T6" fmla="*/ 0 w 109"/>
                  <a:gd name="T7" fmla="*/ 8 h 169"/>
                  <a:gd name="T8" fmla="*/ 3 w 109"/>
                  <a:gd name="T9" fmla="*/ 2 h 169"/>
                  <a:gd name="T10" fmla="*/ 9 w 109"/>
                  <a:gd name="T11" fmla="*/ 1 h 169"/>
                  <a:gd name="T12" fmla="*/ 100 w 109"/>
                  <a:gd name="T13" fmla="*/ 1 h 169"/>
                  <a:gd name="T14" fmla="*/ 106 w 109"/>
                  <a:gd name="T15" fmla="*/ 2 h 169"/>
                  <a:gd name="T16" fmla="*/ 108 w 109"/>
                  <a:gd name="T17" fmla="*/ 8 h 169"/>
                  <a:gd name="T18" fmla="*/ 72 w 109"/>
                  <a:gd name="T19" fmla="*/ 164 h 169"/>
                  <a:gd name="T20" fmla="*/ 66 w 109"/>
                  <a:gd name="T21" fmla="*/ 169 h 169"/>
                  <a:gd name="T22" fmla="*/ 47 w 109"/>
                  <a:gd name="T23" fmla="*/ 157 h 169"/>
                  <a:gd name="T24" fmla="*/ 61 w 109"/>
                  <a:gd name="T25" fmla="*/ 157 h 169"/>
                  <a:gd name="T26" fmla="*/ 94 w 109"/>
                  <a:gd name="T27" fmla="*/ 17 h 169"/>
                  <a:gd name="T28" fmla="*/ 15 w 109"/>
                  <a:gd name="T29" fmla="*/ 17 h 169"/>
                  <a:gd name="T30" fmla="*/ 47 w 109"/>
                  <a:gd name="T31" fmla="*/ 157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09" h="169">
                    <a:moveTo>
                      <a:pt x="66" y="169"/>
                    </a:moveTo>
                    <a:cubicBezTo>
                      <a:pt x="42" y="169"/>
                      <a:pt x="42" y="169"/>
                      <a:pt x="42" y="169"/>
                    </a:cubicBezTo>
                    <a:cubicBezTo>
                      <a:pt x="39" y="169"/>
                      <a:pt x="37" y="167"/>
                      <a:pt x="36" y="164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6"/>
                      <a:pt x="1" y="4"/>
                      <a:pt x="3" y="2"/>
                    </a:cubicBezTo>
                    <a:cubicBezTo>
                      <a:pt x="4" y="1"/>
                      <a:pt x="7" y="0"/>
                      <a:pt x="9" y="1"/>
                    </a:cubicBezTo>
                    <a:cubicBezTo>
                      <a:pt x="40" y="17"/>
                      <a:pt x="69" y="17"/>
                      <a:pt x="100" y="1"/>
                    </a:cubicBezTo>
                    <a:cubicBezTo>
                      <a:pt x="102" y="0"/>
                      <a:pt x="104" y="1"/>
                      <a:pt x="106" y="2"/>
                    </a:cubicBezTo>
                    <a:cubicBezTo>
                      <a:pt x="108" y="4"/>
                      <a:pt x="109" y="6"/>
                      <a:pt x="108" y="8"/>
                    </a:cubicBezTo>
                    <a:cubicBezTo>
                      <a:pt x="72" y="164"/>
                      <a:pt x="72" y="164"/>
                      <a:pt x="72" y="164"/>
                    </a:cubicBezTo>
                    <a:cubicBezTo>
                      <a:pt x="71" y="167"/>
                      <a:pt x="69" y="169"/>
                      <a:pt x="66" y="169"/>
                    </a:cubicBezTo>
                    <a:close/>
                    <a:moveTo>
                      <a:pt x="47" y="157"/>
                    </a:moveTo>
                    <a:cubicBezTo>
                      <a:pt x="61" y="157"/>
                      <a:pt x="61" y="157"/>
                      <a:pt x="61" y="157"/>
                    </a:cubicBezTo>
                    <a:cubicBezTo>
                      <a:pt x="94" y="17"/>
                      <a:pt x="94" y="17"/>
                      <a:pt x="94" y="17"/>
                    </a:cubicBezTo>
                    <a:cubicBezTo>
                      <a:pt x="68" y="27"/>
                      <a:pt x="41" y="27"/>
                      <a:pt x="15" y="17"/>
                    </a:cubicBezTo>
                    <a:lnTo>
                      <a:pt x="47" y="15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40" name="Freeform 77">
                <a:extLst>
                  <a:ext uri="{FF2B5EF4-FFF2-40B4-BE49-F238E27FC236}">
                    <a16:creationId xmlns:a16="http://schemas.microsoft.com/office/drawing/2014/main" id="{6CC663FC-2175-4EB3-8B47-65F3A9DCF36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89" y="1719"/>
                <a:ext cx="124" cy="124"/>
              </a:xfrm>
              <a:custGeom>
                <a:avLst/>
                <a:gdLst>
                  <a:gd name="T0" fmla="*/ 42 w 84"/>
                  <a:gd name="T1" fmla="*/ 84 h 84"/>
                  <a:gd name="T2" fmla="*/ 0 w 84"/>
                  <a:gd name="T3" fmla="*/ 42 h 84"/>
                  <a:gd name="T4" fmla="*/ 42 w 84"/>
                  <a:gd name="T5" fmla="*/ 0 h 84"/>
                  <a:gd name="T6" fmla="*/ 84 w 84"/>
                  <a:gd name="T7" fmla="*/ 42 h 84"/>
                  <a:gd name="T8" fmla="*/ 42 w 84"/>
                  <a:gd name="T9" fmla="*/ 84 h 84"/>
                  <a:gd name="T10" fmla="*/ 42 w 84"/>
                  <a:gd name="T11" fmla="*/ 12 h 84"/>
                  <a:gd name="T12" fmla="*/ 12 w 84"/>
                  <a:gd name="T13" fmla="*/ 42 h 84"/>
                  <a:gd name="T14" fmla="*/ 42 w 84"/>
                  <a:gd name="T15" fmla="*/ 72 h 84"/>
                  <a:gd name="T16" fmla="*/ 72 w 84"/>
                  <a:gd name="T17" fmla="*/ 42 h 84"/>
                  <a:gd name="T18" fmla="*/ 42 w 84"/>
                  <a:gd name="T19" fmla="*/ 12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4" h="84">
                    <a:moveTo>
                      <a:pt x="42" y="84"/>
                    </a:moveTo>
                    <a:cubicBezTo>
                      <a:pt x="19" y="84"/>
                      <a:pt x="0" y="65"/>
                      <a:pt x="0" y="42"/>
                    </a:cubicBezTo>
                    <a:cubicBezTo>
                      <a:pt x="0" y="19"/>
                      <a:pt x="19" y="0"/>
                      <a:pt x="42" y="0"/>
                    </a:cubicBezTo>
                    <a:cubicBezTo>
                      <a:pt x="65" y="0"/>
                      <a:pt x="84" y="19"/>
                      <a:pt x="84" y="42"/>
                    </a:cubicBezTo>
                    <a:cubicBezTo>
                      <a:pt x="84" y="65"/>
                      <a:pt x="65" y="84"/>
                      <a:pt x="42" y="84"/>
                    </a:cubicBezTo>
                    <a:close/>
                    <a:moveTo>
                      <a:pt x="42" y="12"/>
                    </a:moveTo>
                    <a:cubicBezTo>
                      <a:pt x="26" y="12"/>
                      <a:pt x="12" y="25"/>
                      <a:pt x="12" y="42"/>
                    </a:cubicBezTo>
                    <a:cubicBezTo>
                      <a:pt x="12" y="59"/>
                      <a:pt x="26" y="72"/>
                      <a:pt x="42" y="72"/>
                    </a:cubicBezTo>
                    <a:cubicBezTo>
                      <a:pt x="59" y="72"/>
                      <a:pt x="72" y="59"/>
                      <a:pt x="72" y="42"/>
                    </a:cubicBezTo>
                    <a:cubicBezTo>
                      <a:pt x="72" y="25"/>
                      <a:pt x="59" y="12"/>
                      <a:pt x="42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41" name="Freeform 78">
                <a:extLst>
                  <a:ext uri="{FF2B5EF4-FFF2-40B4-BE49-F238E27FC236}">
                    <a16:creationId xmlns:a16="http://schemas.microsoft.com/office/drawing/2014/main" id="{0C8B8A47-96D3-4108-B1FE-A92BB7C655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79" y="1925"/>
                <a:ext cx="114" cy="180"/>
              </a:xfrm>
              <a:custGeom>
                <a:avLst/>
                <a:gdLst>
                  <a:gd name="T0" fmla="*/ 10 w 77"/>
                  <a:gd name="T1" fmla="*/ 122 h 122"/>
                  <a:gd name="T2" fmla="*/ 0 w 77"/>
                  <a:gd name="T3" fmla="*/ 115 h 122"/>
                  <a:gd name="T4" fmla="*/ 62 w 77"/>
                  <a:gd name="T5" fmla="*/ 23 h 122"/>
                  <a:gd name="T6" fmla="*/ 36 w 77"/>
                  <a:gd name="T7" fmla="*/ 11 h 122"/>
                  <a:gd name="T8" fmla="*/ 41 w 77"/>
                  <a:gd name="T9" fmla="*/ 0 h 122"/>
                  <a:gd name="T10" fmla="*/ 73 w 77"/>
                  <a:gd name="T11" fmla="*/ 15 h 122"/>
                  <a:gd name="T12" fmla="*/ 77 w 77"/>
                  <a:gd name="T13" fmla="*/ 19 h 122"/>
                  <a:gd name="T14" fmla="*/ 76 w 77"/>
                  <a:gd name="T15" fmla="*/ 24 h 122"/>
                  <a:gd name="T16" fmla="*/ 10 w 77"/>
                  <a:gd name="T17" fmla="*/ 122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7" h="122">
                    <a:moveTo>
                      <a:pt x="10" y="122"/>
                    </a:moveTo>
                    <a:cubicBezTo>
                      <a:pt x="0" y="115"/>
                      <a:pt x="0" y="115"/>
                      <a:pt x="0" y="115"/>
                    </a:cubicBezTo>
                    <a:cubicBezTo>
                      <a:pt x="62" y="23"/>
                      <a:pt x="62" y="23"/>
                      <a:pt x="62" y="23"/>
                    </a:cubicBezTo>
                    <a:cubicBezTo>
                      <a:pt x="36" y="11"/>
                      <a:pt x="36" y="11"/>
                      <a:pt x="36" y="11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73" y="15"/>
                      <a:pt x="73" y="15"/>
                      <a:pt x="73" y="15"/>
                    </a:cubicBezTo>
                    <a:cubicBezTo>
                      <a:pt x="75" y="16"/>
                      <a:pt x="76" y="17"/>
                      <a:pt x="77" y="19"/>
                    </a:cubicBezTo>
                    <a:cubicBezTo>
                      <a:pt x="77" y="21"/>
                      <a:pt x="77" y="22"/>
                      <a:pt x="76" y="24"/>
                    </a:cubicBezTo>
                    <a:lnTo>
                      <a:pt x="10" y="1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42" name="Freeform 79">
                <a:extLst>
                  <a:ext uri="{FF2B5EF4-FFF2-40B4-BE49-F238E27FC236}">
                    <a16:creationId xmlns:a16="http://schemas.microsoft.com/office/drawing/2014/main" id="{72EF509C-7570-4F0E-AF18-D7E973BC2C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09" y="1925"/>
                <a:ext cx="114" cy="180"/>
              </a:xfrm>
              <a:custGeom>
                <a:avLst/>
                <a:gdLst>
                  <a:gd name="T0" fmla="*/ 67 w 77"/>
                  <a:gd name="T1" fmla="*/ 122 h 122"/>
                  <a:gd name="T2" fmla="*/ 2 w 77"/>
                  <a:gd name="T3" fmla="*/ 24 h 122"/>
                  <a:gd name="T4" fmla="*/ 1 w 77"/>
                  <a:gd name="T5" fmla="*/ 19 h 122"/>
                  <a:gd name="T6" fmla="*/ 4 w 77"/>
                  <a:gd name="T7" fmla="*/ 15 h 122"/>
                  <a:gd name="T8" fmla="*/ 37 w 77"/>
                  <a:gd name="T9" fmla="*/ 0 h 122"/>
                  <a:gd name="T10" fmla="*/ 42 w 77"/>
                  <a:gd name="T11" fmla="*/ 11 h 122"/>
                  <a:gd name="T12" fmla="*/ 15 w 77"/>
                  <a:gd name="T13" fmla="*/ 23 h 122"/>
                  <a:gd name="T14" fmla="*/ 77 w 77"/>
                  <a:gd name="T15" fmla="*/ 115 h 122"/>
                  <a:gd name="T16" fmla="*/ 67 w 77"/>
                  <a:gd name="T17" fmla="*/ 122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7" h="122">
                    <a:moveTo>
                      <a:pt x="67" y="122"/>
                    </a:moveTo>
                    <a:cubicBezTo>
                      <a:pt x="2" y="24"/>
                      <a:pt x="2" y="24"/>
                      <a:pt x="2" y="24"/>
                    </a:cubicBezTo>
                    <a:cubicBezTo>
                      <a:pt x="1" y="22"/>
                      <a:pt x="0" y="21"/>
                      <a:pt x="1" y="19"/>
                    </a:cubicBezTo>
                    <a:cubicBezTo>
                      <a:pt x="1" y="17"/>
                      <a:pt x="2" y="16"/>
                      <a:pt x="4" y="15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42" y="11"/>
                      <a:pt x="42" y="11"/>
                      <a:pt x="42" y="11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77" y="115"/>
                      <a:pt x="77" y="115"/>
                      <a:pt x="77" y="115"/>
                    </a:cubicBezTo>
                    <a:lnTo>
                      <a:pt x="67" y="1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8" name="Group 101">
            <a:extLst>
              <a:ext uri="{FF2B5EF4-FFF2-40B4-BE49-F238E27FC236}">
                <a16:creationId xmlns:a16="http://schemas.microsoft.com/office/drawing/2014/main" id="{9A4CB9D6-D558-4329-A3A2-049089623931}"/>
              </a:ext>
            </a:extLst>
          </p:cNvPr>
          <p:cNvGrpSpPr/>
          <p:nvPr userDrawn="1"/>
        </p:nvGrpSpPr>
        <p:grpSpPr>
          <a:xfrm>
            <a:off x="11407296" y="84265"/>
            <a:ext cx="559449" cy="567718"/>
            <a:chOff x="7824192" y="3447860"/>
            <a:chExt cx="381000" cy="390525"/>
          </a:xfrm>
          <a:solidFill>
            <a:schemeClr val="accent1"/>
          </a:solidFill>
        </p:grpSpPr>
        <p:pic>
          <p:nvPicPr>
            <p:cNvPr id="69" name="Graphic 102">
              <a:extLst>
                <a:ext uri="{FF2B5EF4-FFF2-40B4-BE49-F238E27FC236}">
                  <a16:creationId xmlns:a16="http://schemas.microsoft.com/office/drawing/2014/main" id="{A2D8835B-45CF-4A2B-8DA9-EC5B63E83A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824192" y="3600260"/>
              <a:ext cx="381000" cy="238125"/>
            </a:xfrm>
            <a:prstGeom prst="rect">
              <a:avLst/>
            </a:prstGeom>
          </p:spPr>
        </p:pic>
        <p:pic>
          <p:nvPicPr>
            <p:cNvPr id="70" name="Graphic 103">
              <a:extLst>
                <a:ext uri="{FF2B5EF4-FFF2-40B4-BE49-F238E27FC236}">
                  <a16:creationId xmlns:a16="http://schemas.microsoft.com/office/drawing/2014/main" id="{F65368AD-4461-4E83-9A1B-CD51D326806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824192" y="3447860"/>
              <a:ext cx="381000" cy="238125"/>
            </a:xfrm>
            <a:prstGeom prst="rect">
              <a:avLst/>
            </a:prstGeom>
          </p:spPr>
        </p:pic>
      </p:grpSp>
      <p:sp>
        <p:nvSpPr>
          <p:cNvPr id="71" name="Rectangle: Rounded Corners 10">
            <a:extLst>
              <a:ext uri="{FF2B5EF4-FFF2-40B4-BE49-F238E27FC236}">
                <a16:creationId xmlns:a16="http://schemas.microsoft.com/office/drawing/2014/main" id="{41E5B7EE-A75D-493D-AB76-434D66BB6747}"/>
              </a:ext>
            </a:extLst>
          </p:cNvPr>
          <p:cNvSpPr/>
          <p:nvPr userDrawn="1"/>
        </p:nvSpPr>
        <p:spPr>
          <a:xfrm>
            <a:off x="-1" y="1527151"/>
            <a:ext cx="4013203" cy="305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91440" rIns="0" bIns="45720" rtlCol="0">
            <a:noAutofit/>
          </a:bodyPr>
          <a:lstStyle/>
          <a:p>
            <a:pPr marL="55561" marR="0" lvl="0" indent="0" algn="l" defTabSz="914377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100" b="0" cap="none" baseline="0" noProof="0">
                <a:solidFill>
                  <a:schemeClr val="accent2"/>
                </a:solidFill>
                <a:latin typeface="Graphik Black" panose="020B0A03030202060203" pitchFamily="34" charset="0"/>
              </a:rPr>
              <a:t> </a:t>
            </a:r>
            <a:r>
              <a:rPr lang="en-US" sz="1100" b="1" cap="all">
                <a:solidFill>
                  <a:srgbClr val="7500C0"/>
                </a:solidFill>
                <a:latin typeface="Graphik" panose="020B0503030202060203" pitchFamily="34" charset="0"/>
              </a:rPr>
              <a:t>Professional and academic background</a:t>
            </a:r>
            <a:endParaRPr lang="en-AU" sz="1100" b="0" cap="none" baseline="0">
              <a:solidFill>
                <a:schemeClr val="accent2"/>
              </a:solidFill>
              <a:latin typeface="Graphik Black" panose="020B0A03030202060203" pitchFamily="34" charset="0"/>
            </a:endParaRPr>
          </a:p>
        </p:txBody>
      </p:sp>
      <p:sp>
        <p:nvSpPr>
          <p:cNvPr id="31" name="Rectangle: Rounded Corners 10">
            <a:extLst>
              <a:ext uri="{FF2B5EF4-FFF2-40B4-BE49-F238E27FC236}">
                <a16:creationId xmlns:a16="http://schemas.microsoft.com/office/drawing/2014/main" id="{EDCB3B12-D62F-42E1-88AC-56FF1042E3CC}"/>
              </a:ext>
            </a:extLst>
          </p:cNvPr>
          <p:cNvSpPr/>
          <p:nvPr userDrawn="1"/>
        </p:nvSpPr>
        <p:spPr>
          <a:xfrm>
            <a:off x="0" y="4195942"/>
            <a:ext cx="4013203" cy="305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91440" rIns="0" bIns="45720" rtlCol="0">
            <a:noAutofit/>
          </a:bodyPr>
          <a:lstStyle/>
          <a:p>
            <a:pPr marL="55561" lvl="0" indent="0" defTabSz="914377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 sz="1100" b="0" cap="none" baseline="0" noProof="0">
                <a:solidFill>
                  <a:schemeClr val="accent2"/>
                </a:solidFill>
                <a:latin typeface="Graphik Black" panose="020B0A03030202060203" pitchFamily="34" charset="0"/>
              </a:rPr>
              <a:t> SKILLS &amp; CERTIFICATIONS</a:t>
            </a:r>
            <a:endParaRPr lang="en-AU" sz="1100" b="0" cap="none" baseline="0">
              <a:solidFill>
                <a:schemeClr val="accent2"/>
              </a:solidFill>
              <a:latin typeface="Graphik Black" panose="020B0A03030202060203" pitchFamily="34" charset="0"/>
            </a:endParaRP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047FEDD9-553E-4955-9149-6E9344E9E38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8790" y="1064142"/>
            <a:ext cx="3460703" cy="221599"/>
          </a:xfrm>
          <a:noFill/>
        </p:spPr>
        <p:txBody>
          <a:bodyPr wrap="square" lIns="0" tIns="0" rIns="0" bIns="0">
            <a:spAutoFit/>
          </a:bodyPr>
          <a:lstStyle>
            <a:lvl1pPr marL="0">
              <a:lnSpc>
                <a:spcPct val="80000"/>
              </a:lnSpc>
              <a:spcAft>
                <a:spcPts val="0"/>
              </a:spcAft>
              <a:defRPr sz="1800" cap="all" normalizeH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ROLE</a:t>
            </a:r>
          </a:p>
        </p:txBody>
      </p:sp>
      <p:sp>
        <p:nvSpPr>
          <p:cNvPr id="33" name="Rectangle: Rounded Corners 10">
            <a:extLst>
              <a:ext uri="{FF2B5EF4-FFF2-40B4-BE49-F238E27FC236}">
                <a16:creationId xmlns:a16="http://schemas.microsoft.com/office/drawing/2014/main" id="{7D54ABB5-A3FE-4237-A161-52154AA3CCD9}"/>
              </a:ext>
            </a:extLst>
          </p:cNvPr>
          <p:cNvSpPr/>
          <p:nvPr userDrawn="1"/>
        </p:nvSpPr>
        <p:spPr>
          <a:xfrm>
            <a:off x="0" y="5707522"/>
            <a:ext cx="3992845" cy="305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91440" rIns="0" bIns="45720" rtlCol="0">
            <a:noAutofit/>
          </a:bodyPr>
          <a:lstStyle/>
          <a:p>
            <a:pPr marL="55561" marR="0" lvl="0" indent="0" algn="l" defTabSz="914377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100" b="1" kern="1200">
                <a:solidFill>
                  <a:schemeClr val="accent2"/>
                </a:solidFill>
                <a:latin typeface="+mj-lt"/>
                <a:ea typeface="+mn-ea"/>
                <a:cs typeface="Arial" panose="020B0604020202020204" pitchFamily="34" charset="0"/>
              </a:rPr>
              <a:t> INDUSTRIES</a:t>
            </a:r>
            <a:endParaRPr lang="en-AU" sz="1100" b="1" kern="1200">
              <a:solidFill>
                <a:schemeClr val="accent2"/>
              </a:solidFill>
              <a:latin typeface="+mj-lt"/>
              <a:ea typeface="+mn-ea"/>
              <a:cs typeface="Arial" panose="020B0604020202020204" pitchFamily="34" charset="0"/>
            </a:endParaRPr>
          </a:p>
          <a:p>
            <a:pPr marL="55561" lvl="0" indent="0" defTabSz="914377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endParaRPr lang="en-AU" sz="1100" b="0" cap="none" baseline="0">
              <a:solidFill>
                <a:schemeClr val="accent2"/>
              </a:solidFill>
              <a:latin typeface="Graphik Black" panose="020B0A03030202060203" pitchFamily="34" charset="0"/>
            </a:endParaRPr>
          </a:p>
        </p:txBody>
      </p:sp>
      <p:sp>
        <p:nvSpPr>
          <p:cNvPr id="35" name="Text Placeholder 131">
            <a:extLst>
              <a:ext uri="{FF2B5EF4-FFF2-40B4-BE49-F238E27FC236}">
                <a16:creationId xmlns:a16="http://schemas.microsoft.com/office/drawing/2014/main" id="{7D4DA43C-5EC7-43C8-9820-DD3BA62967A2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68360" y="4546549"/>
            <a:ext cx="1829981" cy="114439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227011" indent="-171450">
              <a:spcAft>
                <a:spcPts val="0"/>
              </a:spcAft>
              <a:buFont typeface="Arial" panose="020B0604020202020204" pitchFamily="34" charset="0"/>
              <a:buChar char="•"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52" name="Text Placeholder 131">
            <a:extLst>
              <a:ext uri="{FF2B5EF4-FFF2-40B4-BE49-F238E27FC236}">
                <a16:creationId xmlns:a16="http://schemas.microsoft.com/office/drawing/2014/main" id="{097ED99D-BC02-4487-94BD-0E440E52C286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68360" y="6013182"/>
            <a:ext cx="3835282" cy="79044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227011" indent="-171450">
              <a:spcAft>
                <a:spcPts val="0"/>
              </a:spcAft>
              <a:buFont typeface="Arial" panose="020B0604020202020204" pitchFamily="34" charset="0"/>
              <a:buChar char="•"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endParaRPr lang="en-US"/>
          </a:p>
        </p:txBody>
      </p:sp>
      <p:sp>
        <p:nvSpPr>
          <p:cNvPr id="26" name="Text Placeholder 131">
            <a:extLst>
              <a:ext uri="{FF2B5EF4-FFF2-40B4-BE49-F238E27FC236}">
                <a16:creationId xmlns:a16="http://schemas.microsoft.com/office/drawing/2014/main" id="{5FA1FEB5-4C05-4A40-A583-7329D7C4E4C8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2006600" y="4546549"/>
            <a:ext cx="1907221" cy="114439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227011" indent="-171450">
              <a:spcAft>
                <a:spcPts val="0"/>
              </a:spcAft>
              <a:buFont typeface="Arial" panose="020B0604020202020204" pitchFamily="34" charset="0"/>
              <a:buChar char="•"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7350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>
            <a:extLst>
              <a:ext uri="{FF2B5EF4-FFF2-40B4-BE49-F238E27FC236}">
                <a16:creationId xmlns:a16="http://schemas.microsoft.com/office/drawing/2014/main" id="{CBA48427-9E4C-46A3-A8DA-41590B35B83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6" name="Objekt 5" hidden="1">
                        <a:extLst>
                          <a:ext uri="{FF2B5EF4-FFF2-40B4-BE49-F238E27FC236}">
                            <a16:creationId xmlns:a16="http://schemas.microsoft.com/office/drawing/2014/main" id="{CBA48427-9E4C-46A3-A8DA-41590B35B83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" name="Rectangle: Diagonal Corners Rounded 56">
            <a:extLst>
              <a:ext uri="{FF2B5EF4-FFF2-40B4-BE49-F238E27FC236}">
                <a16:creationId xmlns:a16="http://schemas.microsoft.com/office/drawing/2014/main" id="{7765C9F2-C31D-4312-8AC6-8F646D882133}"/>
              </a:ext>
            </a:extLst>
          </p:cNvPr>
          <p:cNvSpPr/>
          <p:nvPr userDrawn="1"/>
        </p:nvSpPr>
        <p:spPr>
          <a:xfrm>
            <a:off x="0" y="0"/>
            <a:ext cx="3913821" cy="1527151"/>
          </a:xfrm>
          <a:prstGeom prst="round2DiagRect">
            <a:avLst/>
          </a:prstGeom>
          <a:solidFill>
            <a:srgbClr val="750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/>
          </a:p>
        </p:txBody>
      </p:sp>
      <p:sp>
        <p:nvSpPr>
          <p:cNvPr id="58" name="Rechteck 9">
            <a:extLst>
              <a:ext uri="{FF2B5EF4-FFF2-40B4-BE49-F238E27FC236}">
                <a16:creationId xmlns:a16="http://schemas.microsoft.com/office/drawing/2014/main" id="{E20DDD5B-5D0F-4068-8427-767F68BBFF04}"/>
              </a:ext>
            </a:extLst>
          </p:cNvPr>
          <p:cNvSpPr/>
          <p:nvPr userDrawn="1"/>
        </p:nvSpPr>
        <p:spPr>
          <a:xfrm flipH="1">
            <a:off x="-1" y="0"/>
            <a:ext cx="4013203" cy="68646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680" tIns="22840" rIns="45680" bIns="22840" rtlCol="0" anchor="ctr"/>
          <a:lstStyle/>
          <a:p>
            <a:pPr algn="ctr" defTabSz="228394"/>
            <a:endParaRPr lang="de-DE" sz="933" b="0" cap="none" spc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/>
            </a:endParaRPr>
          </a:p>
        </p:txBody>
      </p:sp>
      <p:sp>
        <p:nvSpPr>
          <p:cNvPr id="59" name="Text Placeholder 9">
            <a:extLst>
              <a:ext uri="{FF2B5EF4-FFF2-40B4-BE49-F238E27FC236}">
                <a16:creationId xmlns:a16="http://schemas.microsoft.com/office/drawing/2014/main" id="{82FC41C2-A308-445D-B715-8DB7BDBFBBF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5999" y="265492"/>
            <a:ext cx="3085376" cy="305660"/>
          </a:xfrm>
          <a:noFill/>
        </p:spPr>
        <p:txBody>
          <a:bodyPr wrap="square" lIns="0" tIns="0" rIns="0" bIns="0">
            <a:spAutoFit/>
          </a:bodyPr>
          <a:lstStyle>
            <a:lvl1pPr marL="0">
              <a:lnSpc>
                <a:spcPct val="80000"/>
              </a:lnSpc>
              <a:spcAft>
                <a:spcPts val="0"/>
              </a:spcAft>
              <a:defRPr sz="2400" cap="all" normalizeH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Prénom  nom</a:t>
            </a:r>
          </a:p>
        </p:txBody>
      </p:sp>
      <p:sp>
        <p:nvSpPr>
          <p:cNvPr id="60" name="Text Placeholder 131">
            <a:extLst>
              <a:ext uri="{FF2B5EF4-FFF2-40B4-BE49-F238E27FC236}">
                <a16:creationId xmlns:a16="http://schemas.microsoft.com/office/drawing/2014/main" id="{76F4FEFD-C1F9-4798-A034-8C14D63D14C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539" y="1878030"/>
            <a:ext cx="3835282" cy="224123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55561" indent="0">
              <a:buFont typeface="Arial" panose="020B0604020202020204" pitchFamily="34" charset="0"/>
              <a:buNone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fr-FR"/>
              <a:t>XXX</a:t>
            </a:r>
            <a:endParaRPr lang="en-GB"/>
          </a:p>
          <a:p>
            <a:endParaRPr lang="en-US"/>
          </a:p>
        </p:txBody>
      </p:sp>
      <p:sp>
        <p:nvSpPr>
          <p:cNvPr id="61" name="Text Placeholder 131">
            <a:extLst>
              <a:ext uri="{FF2B5EF4-FFF2-40B4-BE49-F238E27FC236}">
                <a16:creationId xmlns:a16="http://schemas.microsoft.com/office/drawing/2014/main" id="{BC080545-AEB9-4F86-8398-811B30C5DE4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21461" y="690297"/>
            <a:ext cx="7992000" cy="6113327"/>
          </a:xfrm>
          <a:noFill/>
          <a:ln>
            <a:solidFill>
              <a:schemeClr val="accent1">
                <a:lumMod val="20000"/>
                <a:lumOff val="80000"/>
              </a:schemeClr>
            </a:solidFill>
            <a:prstDash val="sysDot"/>
          </a:ln>
        </p:spPr>
        <p:txBody>
          <a:bodyPr lIns="72000" tIns="72000" rIns="36000">
            <a:noAutofit/>
          </a:bodyPr>
          <a:lstStyle>
            <a:lvl1pPr marL="55561" indent="0">
              <a:buFont typeface="Arial" panose="020B0604020202020204" pitchFamily="34" charset="0"/>
              <a:buNone/>
              <a:defRPr sz="1150" b="0" i="1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spcAft>
                <a:spcPts val="400"/>
              </a:spcAft>
              <a:buFontTx/>
              <a:buNone/>
              <a:defRPr sz="750">
                <a:solidFill>
                  <a:schemeClr val="tx1"/>
                </a:solidFill>
              </a:defRPr>
            </a:lvl2pPr>
            <a:lvl3pPr indent="-72000">
              <a:spcBef>
                <a:spcPts val="0"/>
              </a:spcBef>
              <a:spcAft>
                <a:spcPts val="400"/>
              </a:spcAft>
              <a:defRPr sz="1100"/>
            </a:lvl3pPr>
          </a:lstStyle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900" b="1" i="0" u="none" strike="noStrike" kern="1200" cap="none" spc="0" normalizeH="0" baseline="0" noProof="0">
                <a:ln>
                  <a:noFill/>
                </a:ln>
                <a:solidFill>
                  <a:srgbClr val="7500C0">
                    <a:lumMod val="40000"/>
                    <a:lumOff val="60000"/>
                  </a:srgbClr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RÔLE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5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NOM DU CLIENT, Nom du Projet, Date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Activités</a:t>
            </a: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principales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900" b="1" i="0" u="none" strike="noStrike" kern="1200" cap="none" spc="0" normalizeH="0" baseline="0" noProof="0">
                <a:ln>
                  <a:noFill/>
                </a:ln>
                <a:solidFill>
                  <a:srgbClr val="7500C0">
                    <a:lumMod val="40000"/>
                    <a:lumOff val="60000"/>
                  </a:srgbClr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RÔLE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5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NOM DU CLIENT, Nom du Projet, Date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Activités principales</a:t>
            </a: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lang="en-US"/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C3E51176-9D52-44A0-9889-3A59D253018E}"/>
              </a:ext>
            </a:extLst>
          </p:cNvPr>
          <p:cNvGrpSpPr/>
          <p:nvPr userDrawn="1"/>
        </p:nvGrpSpPr>
        <p:grpSpPr>
          <a:xfrm>
            <a:off x="4108888" y="175145"/>
            <a:ext cx="7140359" cy="396009"/>
            <a:chOff x="4108888" y="175145"/>
            <a:chExt cx="7140359" cy="396009"/>
          </a:xfrm>
        </p:grpSpPr>
        <p:sp>
          <p:nvSpPr>
            <p:cNvPr id="64" name="Rectangle: Rounded Corners 98">
              <a:extLst>
                <a:ext uri="{FF2B5EF4-FFF2-40B4-BE49-F238E27FC236}">
                  <a16:creationId xmlns:a16="http://schemas.microsoft.com/office/drawing/2014/main" id="{3DC0D7D1-1EC6-44B1-A838-6B332020B5A0}"/>
                </a:ext>
              </a:extLst>
            </p:cNvPr>
            <p:cNvSpPr/>
            <p:nvPr userDrawn="1"/>
          </p:nvSpPr>
          <p:spPr>
            <a:xfrm>
              <a:off x="4171251" y="175145"/>
              <a:ext cx="7077996" cy="396007"/>
            </a:xfrm>
            <a:prstGeom prst="roundRect">
              <a:avLst>
                <a:gd name="adj" fmla="val 50000"/>
              </a:avLst>
            </a:prstGeom>
            <a:solidFill>
              <a:srgbClr val="6D047E">
                <a:alpha val="10000"/>
              </a:srgb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0" tIns="36000" rIns="36000" bIns="36000" rtlCol="0" anchor="ctr"/>
            <a:lstStyle/>
            <a:p>
              <a:pPr marL="55561" marR="0" lvl="0" indent="0" algn="l" defTabSz="914377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100" b="1" i="0" u="none" strike="noStrike" kern="1200" cap="all" spc="0" normalizeH="0" baseline="0" noProof="0">
                  <a:ln>
                    <a:noFill/>
                  </a:ln>
                  <a:solidFill>
                    <a:srgbClr val="7500C0"/>
                  </a:solidFill>
                  <a:effectLst/>
                  <a:uLnTx/>
                  <a:uFillTx/>
                  <a:latin typeface="Graphik" panose="020B0503030202060203" pitchFamily="34" charset="0"/>
                </a:rPr>
                <a:t>EXPéRIENCES SIGNIFICATIVES</a:t>
              </a:r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B601A531-BE0D-4A47-964F-AB4D15ECD3D7}"/>
                </a:ext>
              </a:extLst>
            </p:cNvPr>
            <p:cNvSpPr/>
            <p:nvPr userDrawn="1"/>
          </p:nvSpPr>
          <p:spPr>
            <a:xfrm>
              <a:off x="4108888" y="175147"/>
              <a:ext cx="400526" cy="396007"/>
            </a:xfrm>
            <a:prstGeom prst="ellipse">
              <a:avLst/>
            </a:prstGeom>
            <a:solidFill>
              <a:schemeClr val="accent2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000" b="1">
                <a:latin typeface="Graphik" panose="020B0503030202060203" pitchFamily="34" charset="0"/>
              </a:endParaRPr>
            </a:p>
          </p:txBody>
        </p:sp>
        <p:grpSp>
          <p:nvGrpSpPr>
            <p:cNvPr id="68" name="trophy win award best prize reward recognition top performer star">
              <a:extLst>
                <a:ext uri="{FF2B5EF4-FFF2-40B4-BE49-F238E27FC236}">
                  <a16:creationId xmlns:a16="http://schemas.microsoft.com/office/drawing/2014/main" id="{2476699F-7FD2-43D7-92C2-3976B9CCC33A}"/>
                </a:ext>
              </a:extLst>
            </p:cNvPr>
            <p:cNvGrpSpPr>
              <a:grpSpLocks noChangeAspect="1"/>
            </p:cNvGrpSpPr>
            <p:nvPr userDrawn="1"/>
          </p:nvGrpSpPr>
          <p:grpSpPr bwMode="auto">
            <a:xfrm>
              <a:off x="4207228" y="220266"/>
              <a:ext cx="203845" cy="305764"/>
              <a:chOff x="6609" y="1719"/>
              <a:chExt cx="284" cy="426"/>
            </a:xfrm>
            <a:solidFill>
              <a:schemeClr val="bg1"/>
            </a:solidFill>
          </p:grpSpPr>
          <p:sp>
            <p:nvSpPr>
              <p:cNvPr id="69" name="Freeform 75">
                <a:extLst>
                  <a:ext uri="{FF2B5EF4-FFF2-40B4-BE49-F238E27FC236}">
                    <a16:creationId xmlns:a16="http://schemas.microsoft.com/office/drawing/2014/main" id="{1530B87D-77B9-4CE1-99B3-257BB3FF941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36" y="2091"/>
                <a:ext cx="230" cy="54"/>
              </a:xfrm>
              <a:custGeom>
                <a:avLst/>
                <a:gdLst>
                  <a:gd name="T0" fmla="*/ 150 w 156"/>
                  <a:gd name="T1" fmla="*/ 36 h 36"/>
                  <a:gd name="T2" fmla="*/ 6 w 156"/>
                  <a:gd name="T3" fmla="*/ 36 h 36"/>
                  <a:gd name="T4" fmla="*/ 0 w 156"/>
                  <a:gd name="T5" fmla="*/ 30 h 36"/>
                  <a:gd name="T6" fmla="*/ 0 w 156"/>
                  <a:gd name="T7" fmla="*/ 6 h 36"/>
                  <a:gd name="T8" fmla="*/ 6 w 156"/>
                  <a:gd name="T9" fmla="*/ 0 h 36"/>
                  <a:gd name="T10" fmla="*/ 150 w 156"/>
                  <a:gd name="T11" fmla="*/ 0 h 36"/>
                  <a:gd name="T12" fmla="*/ 156 w 156"/>
                  <a:gd name="T13" fmla="*/ 6 h 36"/>
                  <a:gd name="T14" fmla="*/ 156 w 156"/>
                  <a:gd name="T15" fmla="*/ 30 h 36"/>
                  <a:gd name="T16" fmla="*/ 150 w 156"/>
                  <a:gd name="T17" fmla="*/ 36 h 36"/>
                  <a:gd name="T18" fmla="*/ 12 w 156"/>
                  <a:gd name="T19" fmla="*/ 24 h 36"/>
                  <a:gd name="T20" fmla="*/ 144 w 156"/>
                  <a:gd name="T21" fmla="*/ 24 h 36"/>
                  <a:gd name="T22" fmla="*/ 144 w 156"/>
                  <a:gd name="T23" fmla="*/ 12 h 36"/>
                  <a:gd name="T24" fmla="*/ 12 w 156"/>
                  <a:gd name="T25" fmla="*/ 12 h 36"/>
                  <a:gd name="T26" fmla="*/ 12 w 156"/>
                  <a:gd name="T27" fmla="*/ 24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56" h="36">
                    <a:moveTo>
                      <a:pt x="150" y="36"/>
                    </a:moveTo>
                    <a:cubicBezTo>
                      <a:pt x="6" y="36"/>
                      <a:pt x="6" y="36"/>
                      <a:pt x="6" y="36"/>
                    </a:cubicBezTo>
                    <a:cubicBezTo>
                      <a:pt x="3" y="36"/>
                      <a:pt x="0" y="33"/>
                      <a:pt x="0" y="30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150" y="0"/>
                      <a:pt x="150" y="0"/>
                      <a:pt x="150" y="0"/>
                    </a:cubicBezTo>
                    <a:cubicBezTo>
                      <a:pt x="154" y="0"/>
                      <a:pt x="156" y="3"/>
                      <a:pt x="156" y="6"/>
                    </a:cubicBezTo>
                    <a:cubicBezTo>
                      <a:pt x="156" y="30"/>
                      <a:pt x="156" y="30"/>
                      <a:pt x="156" y="30"/>
                    </a:cubicBezTo>
                    <a:cubicBezTo>
                      <a:pt x="156" y="33"/>
                      <a:pt x="154" y="36"/>
                      <a:pt x="150" y="36"/>
                    </a:cubicBezTo>
                    <a:close/>
                    <a:moveTo>
                      <a:pt x="12" y="24"/>
                    </a:moveTo>
                    <a:cubicBezTo>
                      <a:pt x="144" y="24"/>
                      <a:pt x="144" y="24"/>
                      <a:pt x="144" y="24"/>
                    </a:cubicBezTo>
                    <a:cubicBezTo>
                      <a:pt x="144" y="12"/>
                      <a:pt x="144" y="12"/>
                      <a:pt x="144" y="12"/>
                    </a:cubicBezTo>
                    <a:cubicBezTo>
                      <a:pt x="12" y="12"/>
                      <a:pt x="12" y="12"/>
                      <a:pt x="12" y="12"/>
                    </a:cubicBezTo>
                    <a:lnTo>
                      <a:pt x="12" y="2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70" name="Freeform 76">
                <a:extLst>
                  <a:ext uri="{FF2B5EF4-FFF2-40B4-BE49-F238E27FC236}">
                    <a16:creationId xmlns:a16="http://schemas.microsoft.com/office/drawing/2014/main" id="{0301ABAD-9225-408E-82DF-24182EC919E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71" y="1860"/>
                <a:ext cx="161" cy="249"/>
              </a:xfrm>
              <a:custGeom>
                <a:avLst/>
                <a:gdLst>
                  <a:gd name="T0" fmla="*/ 66 w 109"/>
                  <a:gd name="T1" fmla="*/ 169 h 169"/>
                  <a:gd name="T2" fmla="*/ 42 w 109"/>
                  <a:gd name="T3" fmla="*/ 169 h 169"/>
                  <a:gd name="T4" fmla="*/ 36 w 109"/>
                  <a:gd name="T5" fmla="*/ 164 h 169"/>
                  <a:gd name="T6" fmla="*/ 0 w 109"/>
                  <a:gd name="T7" fmla="*/ 8 h 169"/>
                  <a:gd name="T8" fmla="*/ 3 w 109"/>
                  <a:gd name="T9" fmla="*/ 2 h 169"/>
                  <a:gd name="T10" fmla="*/ 9 w 109"/>
                  <a:gd name="T11" fmla="*/ 1 h 169"/>
                  <a:gd name="T12" fmla="*/ 100 w 109"/>
                  <a:gd name="T13" fmla="*/ 1 h 169"/>
                  <a:gd name="T14" fmla="*/ 106 w 109"/>
                  <a:gd name="T15" fmla="*/ 2 h 169"/>
                  <a:gd name="T16" fmla="*/ 108 w 109"/>
                  <a:gd name="T17" fmla="*/ 8 h 169"/>
                  <a:gd name="T18" fmla="*/ 72 w 109"/>
                  <a:gd name="T19" fmla="*/ 164 h 169"/>
                  <a:gd name="T20" fmla="*/ 66 w 109"/>
                  <a:gd name="T21" fmla="*/ 169 h 169"/>
                  <a:gd name="T22" fmla="*/ 47 w 109"/>
                  <a:gd name="T23" fmla="*/ 157 h 169"/>
                  <a:gd name="T24" fmla="*/ 61 w 109"/>
                  <a:gd name="T25" fmla="*/ 157 h 169"/>
                  <a:gd name="T26" fmla="*/ 94 w 109"/>
                  <a:gd name="T27" fmla="*/ 17 h 169"/>
                  <a:gd name="T28" fmla="*/ 15 w 109"/>
                  <a:gd name="T29" fmla="*/ 17 h 169"/>
                  <a:gd name="T30" fmla="*/ 47 w 109"/>
                  <a:gd name="T31" fmla="*/ 157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09" h="169">
                    <a:moveTo>
                      <a:pt x="66" y="169"/>
                    </a:moveTo>
                    <a:cubicBezTo>
                      <a:pt x="42" y="169"/>
                      <a:pt x="42" y="169"/>
                      <a:pt x="42" y="169"/>
                    </a:cubicBezTo>
                    <a:cubicBezTo>
                      <a:pt x="39" y="169"/>
                      <a:pt x="37" y="167"/>
                      <a:pt x="36" y="164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6"/>
                      <a:pt x="1" y="4"/>
                      <a:pt x="3" y="2"/>
                    </a:cubicBezTo>
                    <a:cubicBezTo>
                      <a:pt x="4" y="1"/>
                      <a:pt x="7" y="0"/>
                      <a:pt x="9" y="1"/>
                    </a:cubicBezTo>
                    <a:cubicBezTo>
                      <a:pt x="40" y="17"/>
                      <a:pt x="69" y="17"/>
                      <a:pt x="100" y="1"/>
                    </a:cubicBezTo>
                    <a:cubicBezTo>
                      <a:pt x="102" y="0"/>
                      <a:pt x="104" y="1"/>
                      <a:pt x="106" y="2"/>
                    </a:cubicBezTo>
                    <a:cubicBezTo>
                      <a:pt x="108" y="4"/>
                      <a:pt x="109" y="6"/>
                      <a:pt x="108" y="8"/>
                    </a:cubicBezTo>
                    <a:cubicBezTo>
                      <a:pt x="72" y="164"/>
                      <a:pt x="72" y="164"/>
                      <a:pt x="72" y="164"/>
                    </a:cubicBezTo>
                    <a:cubicBezTo>
                      <a:pt x="71" y="167"/>
                      <a:pt x="69" y="169"/>
                      <a:pt x="66" y="169"/>
                    </a:cubicBezTo>
                    <a:close/>
                    <a:moveTo>
                      <a:pt x="47" y="157"/>
                    </a:moveTo>
                    <a:cubicBezTo>
                      <a:pt x="61" y="157"/>
                      <a:pt x="61" y="157"/>
                      <a:pt x="61" y="157"/>
                    </a:cubicBezTo>
                    <a:cubicBezTo>
                      <a:pt x="94" y="17"/>
                      <a:pt x="94" y="17"/>
                      <a:pt x="94" y="17"/>
                    </a:cubicBezTo>
                    <a:cubicBezTo>
                      <a:pt x="68" y="27"/>
                      <a:pt x="41" y="27"/>
                      <a:pt x="15" y="17"/>
                    </a:cubicBezTo>
                    <a:lnTo>
                      <a:pt x="47" y="15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71" name="Freeform 77">
                <a:extLst>
                  <a:ext uri="{FF2B5EF4-FFF2-40B4-BE49-F238E27FC236}">
                    <a16:creationId xmlns:a16="http://schemas.microsoft.com/office/drawing/2014/main" id="{E4579AF6-A0F9-4167-89DE-116F3F242AA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89" y="1719"/>
                <a:ext cx="124" cy="124"/>
              </a:xfrm>
              <a:custGeom>
                <a:avLst/>
                <a:gdLst>
                  <a:gd name="T0" fmla="*/ 42 w 84"/>
                  <a:gd name="T1" fmla="*/ 84 h 84"/>
                  <a:gd name="T2" fmla="*/ 0 w 84"/>
                  <a:gd name="T3" fmla="*/ 42 h 84"/>
                  <a:gd name="T4" fmla="*/ 42 w 84"/>
                  <a:gd name="T5" fmla="*/ 0 h 84"/>
                  <a:gd name="T6" fmla="*/ 84 w 84"/>
                  <a:gd name="T7" fmla="*/ 42 h 84"/>
                  <a:gd name="T8" fmla="*/ 42 w 84"/>
                  <a:gd name="T9" fmla="*/ 84 h 84"/>
                  <a:gd name="T10" fmla="*/ 42 w 84"/>
                  <a:gd name="T11" fmla="*/ 12 h 84"/>
                  <a:gd name="T12" fmla="*/ 12 w 84"/>
                  <a:gd name="T13" fmla="*/ 42 h 84"/>
                  <a:gd name="T14" fmla="*/ 42 w 84"/>
                  <a:gd name="T15" fmla="*/ 72 h 84"/>
                  <a:gd name="T16" fmla="*/ 72 w 84"/>
                  <a:gd name="T17" fmla="*/ 42 h 84"/>
                  <a:gd name="T18" fmla="*/ 42 w 84"/>
                  <a:gd name="T19" fmla="*/ 12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4" h="84">
                    <a:moveTo>
                      <a:pt x="42" y="84"/>
                    </a:moveTo>
                    <a:cubicBezTo>
                      <a:pt x="19" y="84"/>
                      <a:pt x="0" y="65"/>
                      <a:pt x="0" y="42"/>
                    </a:cubicBezTo>
                    <a:cubicBezTo>
                      <a:pt x="0" y="19"/>
                      <a:pt x="19" y="0"/>
                      <a:pt x="42" y="0"/>
                    </a:cubicBezTo>
                    <a:cubicBezTo>
                      <a:pt x="65" y="0"/>
                      <a:pt x="84" y="19"/>
                      <a:pt x="84" y="42"/>
                    </a:cubicBezTo>
                    <a:cubicBezTo>
                      <a:pt x="84" y="65"/>
                      <a:pt x="65" y="84"/>
                      <a:pt x="42" y="84"/>
                    </a:cubicBezTo>
                    <a:close/>
                    <a:moveTo>
                      <a:pt x="42" y="12"/>
                    </a:moveTo>
                    <a:cubicBezTo>
                      <a:pt x="26" y="12"/>
                      <a:pt x="12" y="25"/>
                      <a:pt x="12" y="42"/>
                    </a:cubicBezTo>
                    <a:cubicBezTo>
                      <a:pt x="12" y="59"/>
                      <a:pt x="26" y="72"/>
                      <a:pt x="42" y="72"/>
                    </a:cubicBezTo>
                    <a:cubicBezTo>
                      <a:pt x="59" y="72"/>
                      <a:pt x="72" y="59"/>
                      <a:pt x="72" y="42"/>
                    </a:cubicBezTo>
                    <a:cubicBezTo>
                      <a:pt x="72" y="25"/>
                      <a:pt x="59" y="12"/>
                      <a:pt x="42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88" name="Freeform 78">
                <a:extLst>
                  <a:ext uri="{FF2B5EF4-FFF2-40B4-BE49-F238E27FC236}">
                    <a16:creationId xmlns:a16="http://schemas.microsoft.com/office/drawing/2014/main" id="{D418FA72-AB87-46D0-9E89-F288475438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79" y="1925"/>
                <a:ext cx="114" cy="180"/>
              </a:xfrm>
              <a:custGeom>
                <a:avLst/>
                <a:gdLst>
                  <a:gd name="T0" fmla="*/ 10 w 77"/>
                  <a:gd name="T1" fmla="*/ 122 h 122"/>
                  <a:gd name="T2" fmla="*/ 0 w 77"/>
                  <a:gd name="T3" fmla="*/ 115 h 122"/>
                  <a:gd name="T4" fmla="*/ 62 w 77"/>
                  <a:gd name="T5" fmla="*/ 23 h 122"/>
                  <a:gd name="T6" fmla="*/ 36 w 77"/>
                  <a:gd name="T7" fmla="*/ 11 h 122"/>
                  <a:gd name="T8" fmla="*/ 41 w 77"/>
                  <a:gd name="T9" fmla="*/ 0 h 122"/>
                  <a:gd name="T10" fmla="*/ 73 w 77"/>
                  <a:gd name="T11" fmla="*/ 15 h 122"/>
                  <a:gd name="T12" fmla="*/ 77 w 77"/>
                  <a:gd name="T13" fmla="*/ 19 h 122"/>
                  <a:gd name="T14" fmla="*/ 76 w 77"/>
                  <a:gd name="T15" fmla="*/ 24 h 122"/>
                  <a:gd name="T16" fmla="*/ 10 w 77"/>
                  <a:gd name="T17" fmla="*/ 122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7" h="122">
                    <a:moveTo>
                      <a:pt x="10" y="122"/>
                    </a:moveTo>
                    <a:cubicBezTo>
                      <a:pt x="0" y="115"/>
                      <a:pt x="0" y="115"/>
                      <a:pt x="0" y="115"/>
                    </a:cubicBezTo>
                    <a:cubicBezTo>
                      <a:pt x="62" y="23"/>
                      <a:pt x="62" y="23"/>
                      <a:pt x="62" y="23"/>
                    </a:cubicBezTo>
                    <a:cubicBezTo>
                      <a:pt x="36" y="11"/>
                      <a:pt x="36" y="11"/>
                      <a:pt x="36" y="11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73" y="15"/>
                      <a:pt x="73" y="15"/>
                      <a:pt x="73" y="15"/>
                    </a:cubicBezTo>
                    <a:cubicBezTo>
                      <a:pt x="75" y="16"/>
                      <a:pt x="76" y="17"/>
                      <a:pt x="77" y="19"/>
                    </a:cubicBezTo>
                    <a:cubicBezTo>
                      <a:pt x="77" y="21"/>
                      <a:pt x="77" y="22"/>
                      <a:pt x="76" y="24"/>
                    </a:cubicBezTo>
                    <a:lnTo>
                      <a:pt x="10" y="1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100" name="Freeform 79">
                <a:extLst>
                  <a:ext uri="{FF2B5EF4-FFF2-40B4-BE49-F238E27FC236}">
                    <a16:creationId xmlns:a16="http://schemas.microsoft.com/office/drawing/2014/main" id="{1E28F628-2379-409C-8684-FA1728A8B4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09" y="1925"/>
                <a:ext cx="114" cy="180"/>
              </a:xfrm>
              <a:custGeom>
                <a:avLst/>
                <a:gdLst>
                  <a:gd name="T0" fmla="*/ 67 w 77"/>
                  <a:gd name="T1" fmla="*/ 122 h 122"/>
                  <a:gd name="T2" fmla="*/ 2 w 77"/>
                  <a:gd name="T3" fmla="*/ 24 h 122"/>
                  <a:gd name="T4" fmla="*/ 1 w 77"/>
                  <a:gd name="T5" fmla="*/ 19 h 122"/>
                  <a:gd name="T6" fmla="*/ 4 w 77"/>
                  <a:gd name="T7" fmla="*/ 15 h 122"/>
                  <a:gd name="T8" fmla="*/ 37 w 77"/>
                  <a:gd name="T9" fmla="*/ 0 h 122"/>
                  <a:gd name="T10" fmla="*/ 42 w 77"/>
                  <a:gd name="T11" fmla="*/ 11 h 122"/>
                  <a:gd name="T12" fmla="*/ 15 w 77"/>
                  <a:gd name="T13" fmla="*/ 23 h 122"/>
                  <a:gd name="T14" fmla="*/ 77 w 77"/>
                  <a:gd name="T15" fmla="*/ 115 h 122"/>
                  <a:gd name="T16" fmla="*/ 67 w 77"/>
                  <a:gd name="T17" fmla="*/ 122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7" h="122">
                    <a:moveTo>
                      <a:pt x="67" y="122"/>
                    </a:moveTo>
                    <a:cubicBezTo>
                      <a:pt x="2" y="24"/>
                      <a:pt x="2" y="24"/>
                      <a:pt x="2" y="24"/>
                    </a:cubicBezTo>
                    <a:cubicBezTo>
                      <a:pt x="1" y="22"/>
                      <a:pt x="0" y="21"/>
                      <a:pt x="1" y="19"/>
                    </a:cubicBezTo>
                    <a:cubicBezTo>
                      <a:pt x="1" y="17"/>
                      <a:pt x="2" y="16"/>
                      <a:pt x="4" y="15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42" y="11"/>
                      <a:pt x="42" y="11"/>
                      <a:pt x="42" y="11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77" y="115"/>
                      <a:pt x="77" y="115"/>
                      <a:pt x="77" y="115"/>
                    </a:cubicBezTo>
                    <a:lnTo>
                      <a:pt x="67" y="1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01" name="Group 101">
            <a:extLst>
              <a:ext uri="{FF2B5EF4-FFF2-40B4-BE49-F238E27FC236}">
                <a16:creationId xmlns:a16="http://schemas.microsoft.com/office/drawing/2014/main" id="{DFA93745-192C-4540-9787-AE8F361061A3}"/>
              </a:ext>
            </a:extLst>
          </p:cNvPr>
          <p:cNvGrpSpPr/>
          <p:nvPr userDrawn="1"/>
        </p:nvGrpSpPr>
        <p:grpSpPr>
          <a:xfrm>
            <a:off x="11407296" y="84265"/>
            <a:ext cx="559449" cy="567718"/>
            <a:chOff x="7824192" y="3447860"/>
            <a:chExt cx="381000" cy="390525"/>
          </a:xfrm>
          <a:solidFill>
            <a:schemeClr val="accent1"/>
          </a:solidFill>
        </p:grpSpPr>
        <p:pic>
          <p:nvPicPr>
            <p:cNvPr id="102" name="Graphic 102">
              <a:extLst>
                <a:ext uri="{FF2B5EF4-FFF2-40B4-BE49-F238E27FC236}">
                  <a16:creationId xmlns:a16="http://schemas.microsoft.com/office/drawing/2014/main" id="{7B821BD6-B088-4171-A842-028D60945A8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824192" y="3600260"/>
              <a:ext cx="381000" cy="238125"/>
            </a:xfrm>
            <a:prstGeom prst="rect">
              <a:avLst/>
            </a:prstGeom>
          </p:spPr>
        </p:pic>
        <p:pic>
          <p:nvPicPr>
            <p:cNvPr id="103" name="Graphic 103">
              <a:extLst>
                <a:ext uri="{FF2B5EF4-FFF2-40B4-BE49-F238E27FC236}">
                  <a16:creationId xmlns:a16="http://schemas.microsoft.com/office/drawing/2014/main" id="{83238B4C-6AAE-47E6-93F8-C1BAC9D54BA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824192" y="3447860"/>
              <a:ext cx="381000" cy="238125"/>
            </a:xfrm>
            <a:prstGeom prst="rect">
              <a:avLst/>
            </a:prstGeom>
          </p:spPr>
        </p:pic>
      </p:grpSp>
      <p:sp>
        <p:nvSpPr>
          <p:cNvPr id="104" name="Rectangle: Rounded Corners 10">
            <a:extLst>
              <a:ext uri="{FF2B5EF4-FFF2-40B4-BE49-F238E27FC236}">
                <a16:creationId xmlns:a16="http://schemas.microsoft.com/office/drawing/2014/main" id="{C8346483-7DEA-40C6-844D-EEB55AF8AA1C}"/>
              </a:ext>
            </a:extLst>
          </p:cNvPr>
          <p:cNvSpPr/>
          <p:nvPr userDrawn="1"/>
        </p:nvSpPr>
        <p:spPr>
          <a:xfrm>
            <a:off x="-1" y="1527151"/>
            <a:ext cx="4013203" cy="305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91440" rIns="0" bIns="45720" rtlCol="0">
            <a:noAutofit/>
          </a:bodyPr>
          <a:lstStyle/>
          <a:p>
            <a:pPr marL="55561" lvl="0" indent="0" defTabSz="914377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 sz="1100" b="0" cap="none" baseline="0" noProof="0">
                <a:solidFill>
                  <a:schemeClr val="accent2"/>
                </a:solidFill>
                <a:latin typeface="Graphik Black" panose="020B0A03030202060203" pitchFamily="34" charset="0"/>
              </a:rPr>
              <a:t>PARCOURS PROFESSIONNEL ET ACADÉMIQUE</a:t>
            </a:r>
          </a:p>
        </p:txBody>
      </p:sp>
      <p:sp>
        <p:nvSpPr>
          <p:cNvPr id="105" name="Rectangle: Rounded Corners 10">
            <a:extLst>
              <a:ext uri="{FF2B5EF4-FFF2-40B4-BE49-F238E27FC236}">
                <a16:creationId xmlns:a16="http://schemas.microsoft.com/office/drawing/2014/main" id="{074314DF-E8DE-4257-BB1B-7C50A7FC642B}"/>
              </a:ext>
            </a:extLst>
          </p:cNvPr>
          <p:cNvSpPr/>
          <p:nvPr userDrawn="1"/>
        </p:nvSpPr>
        <p:spPr>
          <a:xfrm>
            <a:off x="0" y="4195942"/>
            <a:ext cx="4013203" cy="305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91440" rIns="0" bIns="45720" rtlCol="0">
            <a:noAutofit/>
          </a:bodyPr>
          <a:lstStyle/>
          <a:p>
            <a:pPr marL="55561" lvl="0" indent="0" defTabSz="914377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 sz="1100" b="0" cap="none" baseline="0" noProof="0">
                <a:solidFill>
                  <a:schemeClr val="accent2"/>
                </a:solidFill>
                <a:latin typeface="Graphik Black" panose="020B0A03030202060203" pitchFamily="34" charset="0"/>
              </a:rPr>
              <a:t> COMPÉTENCES &amp; CERTIFICATIONS</a:t>
            </a:r>
            <a:endParaRPr lang="en-AU" sz="1100" b="0" cap="none" baseline="0">
              <a:solidFill>
                <a:schemeClr val="accent2"/>
              </a:solidFill>
              <a:latin typeface="Graphik Black" panose="020B0A03030202060203" pitchFamily="34" charset="0"/>
            </a:endParaRPr>
          </a:p>
        </p:txBody>
      </p:sp>
      <p:sp>
        <p:nvSpPr>
          <p:cNvPr id="106" name="Text Placeholder 9">
            <a:extLst>
              <a:ext uri="{FF2B5EF4-FFF2-40B4-BE49-F238E27FC236}">
                <a16:creationId xmlns:a16="http://schemas.microsoft.com/office/drawing/2014/main" id="{99C5DC95-2DAC-40D9-BCEA-98D2D3E0BE1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8790" y="1064142"/>
            <a:ext cx="3460703" cy="221599"/>
          </a:xfrm>
          <a:noFill/>
        </p:spPr>
        <p:txBody>
          <a:bodyPr wrap="square" lIns="0" tIns="0" rIns="0" bIns="0">
            <a:spAutoFit/>
          </a:bodyPr>
          <a:lstStyle>
            <a:lvl1pPr marL="0">
              <a:lnSpc>
                <a:spcPct val="80000"/>
              </a:lnSpc>
              <a:spcAft>
                <a:spcPts val="0"/>
              </a:spcAft>
              <a:defRPr sz="1800" cap="all" normalizeH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Rôle</a:t>
            </a:r>
            <a:endParaRPr lang="en-US"/>
          </a:p>
        </p:txBody>
      </p:sp>
      <p:sp>
        <p:nvSpPr>
          <p:cNvPr id="107" name="Rectangle: Rounded Corners 10">
            <a:extLst>
              <a:ext uri="{FF2B5EF4-FFF2-40B4-BE49-F238E27FC236}">
                <a16:creationId xmlns:a16="http://schemas.microsoft.com/office/drawing/2014/main" id="{9A58CF05-3C25-4E49-8BB9-13CB0BAA426E}"/>
              </a:ext>
            </a:extLst>
          </p:cNvPr>
          <p:cNvSpPr/>
          <p:nvPr userDrawn="1"/>
        </p:nvSpPr>
        <p:spPr>
          <a:xfrm>
            <a:off x="0" y="5707522"/>
            <a:ext cx="3992845" cy="305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91440" rIns="0" bIns="45720" rtlCol="0">
            <a:noAutofit/>
          </a:bodyPr>
          <a:lstStyle/>
          <a:p>
            <a:pPr marL="55561" marR="0" lvl="0" indent="0" algn="l" defTabSz="914377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100" b="1" kern="1200">
                <a:solidFill>
                  <a:schemeClr val="accent2"/>
                </a:solidFill>
                <a:latin typeface="+mj-lt"/>
                <a:ea typeface="+mn-ea"/>
                <a:cs typeface="Arial" panose="020B0604020202020204" pitchFamily="34" charset="0"/>
              </a:rPr>
              <a:t> INDUSTRIES</a:t>
            </a:r>
            <a:endParaRPr lang="en-AU" sz="1100" b="1" kern="1200">
              <a:solidFill>
                <a:schemeClr val="accent2"/>
              </a:solidFill>
              <a:latin typeface="+mj-lt"/>
              <a:ea typeface="+mn-ea"/>
              <a:cs typeface="Arial" panose="020B0604020202020204" pitchFamily="34" charset="0"/>
            </a:endParaRPr>
          </a:p>
          <a:p>
            <a:pPr marL="55561" lvl="0" indent="0" defTabSz="914377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endParaRPr lang="en-AU" sz="1100" b="0" cap="none" baseline="0">
              <a:solidFill>
                <a:schemeClr val="accent2"/>
              </a:solidFill>
              <a:latin typeface="Graphik Black" panose="020B0A03030202060203" pitchFamily="34" charset="0"/>
            </a:endParaRPr>
          </a:p>
        </p:txBody>
      </p:sp>
      <p:sp>
        <p:nvSpPr>
          <p:cNvPr id="109" name="Text Placeholder 131">
            <a:extLst>
              <a:ext uri="{FF2B5EF4-FFF2-40B4-BE49-F238E27FC236}">
                <a16:creationId xmlns:a16="http://schemas.microsoft.com/office/drawing/2014/main" id="{8457750B-1B67-4E6F-91F8-E835B830C01B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68360" y="6013182"/>
            <a:ext cx="3835282" cy="79044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227011" indent="-171450">
              <a:spcAft>
                <a:spcPts val="0"/>
              </a:spcAft>
              <a:buFont typeface="Arial" panose="020B0604020202020204" pitchFamily="34" charset="0"/>
              <a:buChar char="•"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endParaRPr lang="en-US"/>
          </a:p>
        </p:txBody>
      </p:sp>
      <p:sp>
        <p:nvSpPr>
          <p:cNvPr id="26" name="Text Placeholder 131">
            <a:extLst>
              <a:ext uri="{FF2B5EF4-FFF2-40B4-BE49-F238E27FC236}">
                <a16:creationId xmlns:a16="http://schemas.microsoft.com/office/drawing/2014/main" id="{5A2EA68B-9BB2-4DDD-BEEF-4E437C63F146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68360" y="4546549"/>
            <a:ext cx="1829981" cy="114439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227011" indent="-171450">
              <a:spcAft>
                <a:spcPts val="0"/>
              </a:spcAft>
              <a:buFont typeface="Arial" panose="020B0604020202020204" pitchFamily="34" charset="0"/>
              <a:buChar char="•"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endParaRPr lang="en-US"/>
          </a:p>
        </p:txBody>
      </p:sp>
      <p:sp>
        <p:nvSpPr>
          <p:cNvPr id="27" name="Text Placeholder 131">
            <a:extLst>
              <a:ext uri="{FF2B5EF4-FFF2-40B4-BE49-F238E27FC236}">
                <a16:creationId xmlns:a16="http://schemas.microsoft.com/office/drawing/2014/main" id="{A26A33F3-D88F-48BE-B4E7-4DFBFB77AD3F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2006600" y="4546549"/>
            <a:ext cx="1907221" cy="114439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227011" indent="-171450">
              <a:spcAft>
                <a:spcPts val="0"/>
              </a:spcAft>
              <a:buFont typeface="Arial" panose="020B0604020202020204" pitchFamily="34" charset="0"/>
              <a:buChar char="•"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312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Diagonal Corners Rounded 1">
            <a:extLst>
              <a:ext uri="{FF2B5EF4-FFF2-40B4-BE49-F238E27FC236}">
                <a16:creationId xmlns:a16="http://schemas.microsoft.com/office/drawing/2014/main" id="{AB4BC4BF-5960-4EEA-A3F1-5837F24D238F}"/>
              </a:ext>
            </a:extLst>
          </p:cNvPr>
          <p:cNvSpPr/>
          <p:nvPr userDrawn="1"/>
        </p:nvSpPr>
        <p:spPr>
          <a:xfrm>
            <a:off x="0" y="0"/>
            <a:ext cx="3913821" cy="1527151"/>
          </a:xfrm>
          <a:prstGeom prst="round2DiagRect">
            <a:avLst/>
          </a:prstGeom>
          <a:solidFill>
            <a:srgbClr val="750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/>
          </a:p>
        </p:txBody>
      </p:sp>
      <p:sp>
        <p:nvSpPr>
          <p:cNvPr id="12" name="Rechteck 9">
            <a:extLst>
              <a:ext uri="{FF2B5EF4-FFF2-40B4-BE49-F238E27FC236}">
                <a16:creationId xmlns:a16="http://schemas.microsoft.com/office/drawing/2014/main" id="{63D09389-048B-4EA1-89D9-AEE8AE1C4625}"/>
              </a:ext>
            </a:extLst>
          </p:cNvPr>
          <p:cNvSpPr/>
          <p:nvPr userDrawn="1"/>
        </p:nvSpPr>
        <p:spPr>
          <a:xfrm flipH="1">
            <a:off x="-1" y="0"/>
            <a:ext cx="4013203" cy="68646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680" tIns="22840" rIns="45680" bIns="22840" rtlCol="0" anchor="ctr"/>
          <a:lstStyle/>
          <a:p>
            <a:pPr algn="ctr" defTabSz="228394"/>
            <a:endParaRPr lang="de-DE" sz="933" b="0" cap="none" spc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/>
            </a:endParaRPr>
          </a:p>
        </p:txBody>
      </p:sp>
      <p:graphicFrame>
        <p:nvGraphicFramePr>
          <p:cNvPr id="6" name="Objekt 5" hidden="1">
            <a:extLst>
              <a:ext uri="{FF2B5EF4-FFF2-40B4-BE49-F238E27FC236}">
                <a16:creationId xmlns:a16="http://schemas.microsoft.com/office/drawing/2014/main" id="{CBA48427-9E4C-46A3-A8DA-41590B35B83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6" name="Objekt 5" hidden="1">
                        <a:extLst>
                          <a:ext uri="{FF2B5EF4-FFF2-40B4-BE49-F238E27FC236}">
                            <a16:creationId xmlns:a16="http://schemas.microsoft.com/office/drawing/2014/main" id="{CBA48427-9E4C-46A3-A8DA-41590B35B83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4E4B6BF-F976-407A-B724-BF43FD1368A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5999" y="265492"/>
            <a:ext cx="3085376" cy="305660"/>
          </a:xfrm>
          <a:noFill/>
        </p:spPr>
        <p:txBody>
          <a:bodyPr wrap="square" lIns="0" tIns="0" rIns="0" bIns="0">
            <a:spAutoFit/>
          </a:bodyPr>
          <a:lstStyle>
            <a:lvl1pPr marL="0">
              <a:lnSpc>
                <a:spcPct val="80000"/>
              </a:lnSpc>
              <a:spcAft>
                <a:spcPts val="0"/>
              </a:spcAft>
              <a:defRPr sz="2400" cap="all" normalizeH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NAME SURNAME</a:t>
            </a:r>
          </a:p>
        </p:txBody>
      </p:sp>
      <p:sp>
        <p:nvSpPr>
          <p:cNvPr id="44" name="Text Placeholder 131">
            <a:extLst>
              <a:ext uri="{FF2B5EF4-FFF2-40B4-BE49-F238E27FC236}">
                <a16:creationId xmlns:a16="http://schemas.microsoft.com/office/drawing/2014/main" id="{CF439A69-077F-458A-9472-FBA1545CCF9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539" y="1878030"/>
            <a:ext cx="3835282" cy="224123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55561" indent="0">
              <a:buFont typeface="Arial" panose="020B0604020202020204" pitchFamily="34" charset="0"/>
              <a:buNone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fr-FR"/>
              <a:t>XXXX</a:t>
            </a:r>
            <a:endParaRPr lang="en-GB"/>
          </a:p>
          <a:p>
            <a:endParaRPr lang="en-US"/>
          </a:p>
        </p:txBody>
      </p:sp>
      <p:sp>
        <p:nvSpPr>
          <p:cNvPr id="51" name="Text Placeholder 131">
            <a:extLst>
              <a:ext uri="{FF2B5EF4-FFF2-40B4-BE49-F238E27FC236}">
                <a16:creationId xmlns:a16="http://schemas.microsoft.com/office/drawing/2014/main" id="{565F6716-8CE9-4754-BCC4-4E803C7B1CA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21461" y="690297"/>
            <a:ext cx="7992000" cy="6113327"/>
          </a:xfrm>
          <a:noFill/>
          <a:ln>
            <a:solidFill>
              <a:schemeClr val="accent1">
                <a:lumMod val="20000"/>
                <a:lumOff val="80000"/>
              </a:schemeClr>
            </a:solidFill>
            <a:prstDash val="sysDot"/>
          </a:ln>
        </p:spPr>
        <p:txBody>
          <a:bodyPr lIns="72000" tIns="72000" rIns="36000">
            <a:noAutofit/>
          </a:bodyPr>
          <a:lstStyle>
            <a:lvl1pPr marL="55561" indent="0">
              <a:buFont typeface="Arial" panose="020B0604020202020204" pitchFamily="34" charset="0"/>
              <a:buNone/>
              <a:defRPr sz="1150" b="0" i="1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spcAft>
                <a:spcPts val="400"/>
              </a:spcAft>
              <a:buFontTx/>
              <a:buNone/>
              <a:defRPr sz="750"/>
            </a:lvl2pPr>
            <a:lvl3pPr indent="-72000">
              <a:spcBef>
                <a:spcPts val="0"/>
              </a:spcBef>
              <a:spcAft>
                <a:spcPts val="400"/>
              </a:spcAft>
              <a:defRPr sz="1100"/>
            </a:lvl3pPr>
          </a:lstStyle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900" b="1" i="0" u="none" strike="noStrike" kern="1200" cap="none" spc="0" normalizeH="0" baseline="0" noProof="0">
                <a:ln>
                  <a:noFill/>
                </a:ln>
                <a:solidFill>
                  <a:srgbClr val="7500C0">
                    <a:lumMod val="40000"/>
                    <a:lumOff val="60000"/>
                  </a:srgbClr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ROLE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5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CLIENT NAME, Project name, Date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Main activities</a:t>
            </a: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900" b="1" i="0" u="none" strike="noStrike" kern="1200" cap="none" spc="0" normalizeH="0" baseline="0" noProof="0">
                <a:ln>
                  <a:noFill/>
                </a:ln>
                <a:solidFill>
                  <a:srgbClr val="7500C0">
                    <a:lumMod val="40000"/>
                    <a:lumOff val="60000"/>
                  </a:srgbClr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ROLE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5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CLIENT NAME, Project name, Date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Main activities</a:t>
            </a: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596EBC3-6BDE-417B-9D3A-2703945C4430}"/>
              </a:ext>
            </a:extLst>
          </p:cNvPr>
          <p:cNvGrpSpPr/>
          <p:nvPr userDrawn="1"/>
        </p:nvGrpSpPr>
        <p:grpSpPr>
          <a:xfrm>
            <a:off x="4108888" y="175145"/>
            <a:ext cx="7140359" cy="396009"/>
            <a:chOff x="4108888" y="175145"/>
            <a:chExt cx="7140359" cy="396009"/>
          </a:xfrm>
        </p:grpSpPr>
        <p:sp>
          <p:nvSpPr>
            <p:cNvPr id="63" name="Rectangle: Rounded Corners 98">
              <a:extLst>
                <a:ext uri="{FF2B5EF4-FFF2-40B4-BE49-F238E27FC236}">
                  <a16:creationId xmlns:a16="http://schemas.microsoft.com/office/drawing/2014/main" id="{CBBFEC3D-F23C-42F0-99DB-089E8DD98BC3}"/>
                </a:ext>
              </a:extLst>
            </p:cNvPr>
            <p:cNvSpPr/>
            <p:nvPr userDrawn="1"/>
          </p:nvSpPr>
          <p:spPr>
            <a:xfrm>
              <a:off x="4171251" y="175145"/>
              <a:ext cx="7077996" cy="396007"/>
            </a:xfrm>
            <a:prstGeom prst="roundRect">
              <a:avLst>
                <a:gd name="adj" fmla="val 50000"/>
              </a:avLst>
            </a:prstGeom>
            <a:solidFill>
              <a:srgbClr val="6D047E">
                <a:alpha val="10000"/>
              </a:srgb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0" tIns="36000" rIns="36000" bIns="36000" rtlCol="0" anchor="ctr"/>
            <a:lstStyle/>
            <a:p>
              <a:pPr marL="55561" marR="0" lvl="0" indent="0" algn="l" defTabSz="914377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100" b="1" i="0" u="none" strike="noStrike" kern="1200" cap="all" spc="0" normalizeH="0" baseline="0" noProof="0">
                  <a:ln>
                    <a:noFill/>
                  </a:ln>
                  <a:solidFill>
                    <a:srgbClr val="7500C0"/>
                  </a:solidFill>
                  <a:effectLst/>
                  <a:uLnTx/>
                  <a:uFillTx/>
                  <a:latin typeface="Graphik" panose="020B0503030202060203" pitchFamily="34" charset="0"/>
                </a:rPr>
                <a:t>SIGNIFICANT EXPERIENCES</a:t>
              </a:r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16559F58-2054-4E9D-A75F-8692A26C523B}"/>
                </a:ext>
              </a:extLst>
            </p:cNvPr>
            <p:cNvSpPr/>
            <p:nvPr userDrawn="1"/>
          </p:nvSpPr>
          <p:spPr>
            <a:xfrm>
              <a:off x="4108888" y="175147"/>
              <a:ext cx="400526" cy="396007"/>
            </a:xfrm>
            <a:prstGeom prst="ellipse">
              <a:avLst/>
            </a:prstGeom>
            <a:solidFill>
              <a:schemeClr val="accent2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000" b="1">
                <a:latin typeface="Graphik" panose="020B0503030202060203" pitchFamily="34" charset="0"/>
              </a:endParaRPr>
            </a:p>
          </p:txBody>
        </p:sp>
        <p:grpSp>
          <p:nvGrpSpPr>
            <p:cNvPr id="37" name="trophy win award best prize reward recognition top performer star">
              <a:extLst>
                <a:ext uri="{FF2B5EF4-FFF2-40B4-BE49-F238E27FC236}">
                  <a16:creationId xmlns:a16="http://schemas.microsoft.com/office/drawing/2014/main" id="{6412261F-134D-49C3-9A5F-5B6C51592BA8}"/>
                </a:ext>
              </a:extLst>
            </p:cNvPr>
            <p:cNvGrpSpPr>
              <a:grpSpLocks noChangeAspect="1"/>
            </p:cNvGrpSpPr>
            <p:nvPr userDrawn="1"/>
          </p:nvGrpSpPr>
          <p:grpSpPr bwMode="auto">
            <a:xfrm>
              <a:off x="4207228" y="220266"/>
              <a:ext cx="203845" cy="305764"/>
              <a:chOff x="6609" y="1719"/>
              <a:chExt cx="284" cy="426"/>
            </a:xfrm>
            <a:solidFill>
              <a:schemeClr val="bg1"/>
            </a:solidFill>
          </p:grpSpPr>
          <p:sp>
            <p:nvSpPr>
              <p:cNvPr id="38" name="Freeform 75">
                <a:extLst>
                  <a:ext uri="{FF2B5EF4-FFF2-40B4-BE49-F238E27FC236}">
                    <a16:creationId xmlns:a16="http://schemas.microsoft.com/office/drawing/2014/main" id="{D4B7B4C9-204F-4C10-B84A-A73308FAFC1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36" y="2091"/>
                <a:ext cx="230" cy="54"/>
              </a:xfrm>
              <a:custGeom>
                <a:avLst/>
                <a:gdLst>
                  <a:gd name="T0" fmla="*/ 150 w 156"/>
                  <a:gd name="T1" fmla="*/ 36 h 36"/>
                  <a:gd name="T2" fmla="*/ 6 w 156"/>
                  <a:gd name="T3" fmla="*/ 36 h 36"/>
                  <a:gd name="T4" fmla="*/ 0 w 156"/>
                  <a:gd name="T5" fmla="*/ 30 h 36"/>
                  <a:gd name="T6" fmla="*/ 0 w 156"/>
                  <a:gd name="T7" fmla="*/ 6 h 36"/>
                  <a:gd name="T8" fmla="*/ 6 w 156"/>
                  <a:gd name="T9" fmla="*/ 0 h 36"/>
                  <a:gd name="T10" fmla="*/ 150 w 156"/>
                  <a:gd name="T11" fmla="*/ 0 h 36"/>
                  <a:gd name="T12" fmla="*/ 156 w 156"/>
                  <a:gd name="T13" fmla="*/ 6 h 36"/>
                  <a:gd name="T14" fmla="*/ 156 w 156"/>
                  <a:gd name="T15" fmla="*/ 30 h 36"/>
                  <a:gd name="T16" fmla="*/ 150 w 156"/>
                  <a:gd name="T17" fmla="*/ 36 h 36"/>
                  <a:gd name="T18" fmla="*/ 12 w 156"/>
                  <a:gd name="T19" fmla="*/ 24 h 36"/>
                  <a:gd name="T20" fmla="*/ 144 w 156"/>
                  <a:gd name="T21" fmla="*/ 24 h 36"/>
                  <a:gd name="T22" fmla="*/ 144 w 156"/>
                  <a:gd name="T23" fmla="*/ 12 h 36"/>
                  <a:gd name="T24" fmla="*/ 12 w 156"/>
                  <a:gd name="T25" fmla="*/ 12 h 36"/>
                  <a:gd name="T26" fmla="*/ 12 w 156"/>
                  <a:gd name="T27" fmla="*/ 24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56" h="36">
                    <a:moveTo>
                      <a:pt x="150" y="36"/>
                    </a:moveTo>
                    <a:cubicBezTo>
                      <a:pt x="6" y="36"/>
                      <a:pt x="6" y="36"/>
                      <a:pt x="6" y="36"/>
                    </a:cubicBezTo>
                    <a:cubicBezTo>
                      <a:pt x="3" y="36"/>
                      <a:pt x="0" y="33"/>
                      <a:pt x="0" y="30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150" y="0"/>
                      <a:pt x="150" y="0"/>
                      <a:pt x="150" y="0"/>
                    </a:cubicBezTo>
                    <a:cubicBezTo>
                      <a:pt x="154" y="0"/>
                      <a:pt x="156" y="3"/>
                      <a:pt x="156" y="6"/>
                    </a:cubicBezTo>
                    <a:cubicBezTo>
                      <a:pt x="156" y="30"/>
                      <a:pt x="156" y="30"/>
                      <a:pt x="156" y="30"/>
                    </a:cubicBezTo>
                    <a:cubicBezTo>
                      <a:pt x="156" y="33"/>
                      <a:pt x="154" y="36"/>
                      <a:pt x="150" y="36"/>
                    </a:cubicBezTo>
                    <a:close/>
                    <a:moveTo>
                      <a:pt x="12" y="24"/>
                    </a:moveTo>
                    <a:cubicBezTo>
                      <a:pt x="144" y="24"/>
                      <a:pt x="144" y="24"/>
                      <a:pt x="144" y="24"/>
                    </a:cubicBezTo>
                    <a:cubicBezTo>
                      <a:pt x="144" y="12"/>
                      <a:pt x="144" y="12"/>
                      <a:pt x="144" y="12"/>
                    </a:cubicBezTo>
                    <a:cubicBezTo>
                      <a:pt x="12" y="12"/>
                      <a:pt x="12" y="12"/>
                      <a:pt x="12" y="12"/>
                    </a:cubicBezTo>
                    <a:lnTo>
                      <a:pt x="12" y="2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39" name="Freeform 76">
                <a:extLst>
                  <a:ext uri="{FF2B5EF4-FFF2-40B4-BE49-F238E27FC236}">
                    <a16:creationId xmlns:a16="http://schemas.microsoft.com/office/drawing/2014/main" id="{64AE8827-B49A-41BE-9C02-4A46058892A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71" y="1860"/>
                <a:ext cx="161" cy="249"/>
              </a:xfrm>
              <a:custGeom>
                <a:avLst/>
                <a:gdLst>
                  <a:gd name="T0" fmla="*/ 66 w 109"/>
                  <a:gd name="T1" fmla="*/ 169 h 169"/>
                  <a:gd name="T2" fmla="*/ 42 w 109"/>
                  <a:gd name="T3" fmla="*/ 169 h 169"/>
                  <a:gd name="T4" fmla="*/ 36 w 109"/>
                  <a:gd name="T5" fmla="*/ 164 h 169"/>
                  <a:gd name="T6" fmla="*/ 0 w 109"/>
                  <a:gd name="T7" fmla="*/ 8 h 169"/>
                  <a:gd name="T8" fmla="*/ 3 w 109"/>
                  <a:gd name="T9" fmla="*/ 2 h 169"/>
                  <a:gd name="T10" fmla="*/ 9 w 109"/>
                  <a:gd name="T11" fmla="*/ 1 h 169"/>
                  <a:gd name="T12" fmla="*/ 100 w 109"/>
                  <a:gd name="T13" fmla="*/ 1 h 169"/>
                  <a:gd name="T14" fmla="*/ 106 w 109"/>
                  <a:gd name="T15" fmla="*/ 2 h 169"/>
                  <a:gd name="T16" fmla="*/ 108 w 109"/>
                  <a:gd name="T17" fmla="*/ 8 h 169"/>
                  <a:gd name="T18" fmla="*/ 72 w 109"/>
                  <a:gd name="T19" fmla="*/ 164 h 169"/>
                  <a:gd name="T20" fmla="*/ 66 w 109"/>
                  <a:gd name="T21" fmla="*/ 169 h 169"/>
                  <a:gd name="T22" fmla="*/ 47 w 109"/>
                  <a:gd name="T23" fmla="*/ 157 h 169"/>
                  <a:gd name="T24" fmla="*/ 61 w 109"/>
                  <a:gd name="T25" fmla="*/ 157 h 169"/>
                  <a:gd name="T26" fmla="*/ 94 w 109"/>
                  <a:gd name="T27" fmla="*/ 17 h 169"/>
                  <a:gd name="T28" fmla="*/ 15 w 109"/>
                  <a:gd name="T29" fmla="*/ 17 h 169"/>
                  <a:gd name="T30" fmla="*/ 47 w 109"/>
                  <a:gd name="T31" fmla="*/ 157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09" h="169">
                    <a:moveTo>
                      <a:pt x="66" y="169"/>
                    </a:moveTo>
                    <a:cubicBezTo>
                      <a:pt x="42" y="169"/>
                      <a:pt x="42" y="169"/>
                      <a:pt x="42" y="169"/>
                    </a:cubicBezTo>
                    <a:cubicBezTo>
                      <a:pt x="39" y="169"/>
                      <a:pt x="37" y="167"/>
                      <a:pt x="36" y="164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6"/>
                      <a:pt x="1" y="4"/>
                      <a:pt x="3" y="2"/>
                    </a:cubicBezTo>
                    <a:cubicBezTo>
                      <a:pt x="4" y="1"/>
                      <a:pt x="7" y="0"/>
                      <a:pt x="9" y="1"/>
                    </a:cubicBezTo>
                    <a:cubicBezTo>
                      <a:pt x="40" y="17"/>
                      <a:pt x="69" y="17"/>
                      <a:pt x="100" y="1"/>
                    </a:cubicBezTo>
                    <a:cubicBezTo>
                      <a:pt x="102" y="0"/>
                      <a:pt x="104" y="1"/>
                      <a:pt x="106" y="2"/>
                    </a:cubicBezTo>
                    <a:cubicBezTo>
                      <a:pt x="108" y="4"/>
                      <a:pt x="109" y="6"/>
                      <a:pt x="108" y="8"/>
                    </a:cubicBezTo>
                    <a:cubicBezTo>
                      <a:pt x="72" y="164"/>
                      <a:pt x="72" y="164"/>
                      <a:pt x="72" y="164"/>
                    </a:cubicBezTo>
                    <a:cubicBezTo>
                      <a:pt x="71" y="167"/>
                      <a:pt x="69" y="169"/>
                      <a:pt x="66" y="169"/>
                    </a:cubicBezTo>
                    <a:close/>
                    <a:moveTo>
                      <a:pt x="47" y="157"/>
                    </a:moveTo>
                    <a:cubicBezTo>
                      <a:pt x="61" y="157"/>
                      <a:pt x="61" y="157"/>
                      <a:pt x="61" y="157"/>
                    </a:cubicBezTo>
                    <a:cubicBezTo>
                      <a:pt x="94" y="17"/>
                      <a:pt x="94" y="17"/>
                      <a:pt x="94" y="17"/>
                    </a:cubicBezTo>
                    <a:cubicBezTo>
                      <a:pt x="68" y="27"/>
                      <a:pt x="41" y="27"/>
                      <a:pt x="15" y="17"/>
                    </a:cubicBezTo>
                    <a:lnTo>
                      <a:pt x="47" y="15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40" name="Freeform 77">
                <a:extLst>
                  <a:ext uri="{FF2B5EF4-FFF2-40B4-BE49-F238E27FC236}">
                    <a16:creationId xmlns:a16="http://schemas.microsoft.com/office/drawing/2014/main" id="{6CC663FC-2175-4EB3-8B47-65F3A9DCF36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89" y="1719"/>
                <a:ext cx="124" cy="124"/>
              </a:xfrm>
              <a:custGeom>
                <a:avLst/>
                <a:gdLst>
                  <a:gd name="T0" fmla="*/ 42 w 84"/>
                  <a:gd name="T1" fmla="*/ 84 h 84"/>
                  <a:gd name="T2" fmla="*/ 0 w 84"/>
                  <a:gd name="T3" fmla="*/ 42 h 84"/>
                  <a:gd name="T4" fmla="*/ 42 w 84"/>
                  <a:gd name="T5" fmla="*/ 0 h 84"/>
                  <a:gd name="T6" fmla="*/ 84 w 84"/>
                  <a:gd name="T7" fmla="*/ 42 h 84"/>
                  <a:gd name="T8" fmla="*/ 42 w 84"/>
                  <a:gd name="T9" fmla="*/ 84 h 84"/>
                  <a:gd name="T10" fmla="*/ 42 w 84"/>
                  <a:gd name="T11" fmla="*/ 12 h 84"/>
                  <a:gd name="T12" fmla="*/ 12 w 84"/>
                  <a:gd name="T13" fmla="*/ 42 h 84"/>
                  <a:gd name="T14" fmla="*/ 42 w 84"/>
                  <a:gd name="T15" fmla="*/ 72 h 84"/>
                  <a:gd name="T16" fmla="*/ 72 w 84"/>
                  <a:gd name="T17" fmla="*/ 42 h 84"/>
                  <a:gd name="T18" fmla="*/ 42 w 84"/>
                  <a:gd name="T19" fmla="*/ 12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4" h="84">
                    <a:moveTo>
                      <a:pt x="42" y="84"/>
                    </a:moveTo>
                    <a:cubicBezTo>
                      <a:pt x="19" y="84"/>
                      <a:pt x="0" y="65"/>
                      <a:pt x="0" y="42"/>
                    </a:cubicBezTo>
                    <a:cubicBezTo>
                      <a:pt x="0" y="19"/>
                      <a:pt x="19" y="0"/>
                      <a:pt x="42" y="0"/>
                    </a:cubicBezTo>
                    <a:cubicBezTo>
                      <a:pt x="65" y="0"/>
                      <a:pt x="84" y="19"/>
                      <a:pt x="84" y="42"/>
                    </a:cubicBezTo>
                    <a:cubicBezTo>
                      <a:pt x="84" y="65"/>
                      <a:pt x="65" y="84"/>
                      <a:pt x="42" y="84"/>
                    </a:cubicBezTo>
                    <a:close/>
                    <a:moveTo>
                      <a:pt x="42" y="12"/>
                    </a:moveTo>
                    <a:cubicBezTo>
                      <a:pt x="26" y="12"/>
                      <a:pt x="12" y="25"/>
                      <a:pt x="12" y="42"/>
                    </a:cubicBezTo>
                    <a:cubicBezTo>
                      <a:pt x="12" y="59"/>
                      <a:pt x="26" y="72"/>
                      <a:pt x="42" y="72"/>
                    </a:cubicBezTo>
                    <a:cubicBezTo>
                      <a:pt x="59" y="72"/>
                      <a:pt x="72" y="59"/>
                      <a:pt x="72" y="42"/>
                    </a:cubicBezTo>
                    <a:cubicBezTo>
                      <a:pt x="72" y="25"/>
                      <a:pt x="59" y="12"/>
                      <a:pt x="42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41" name="Freeform 78">
                <a:extLst>
                  <a:ext uri="{FF2B5EF4-FFF2-40B4-BE49-F238E27FC236}">
                    <a16:creationId xmlns:a16="http://schemas.microsoft.com/office/drawing/2014/main" id="{0C8B8A47-96D3-4108-B1FE-A92BB7C655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79" y="1925"/>
                <a:ext cx="114" cy="180"/>
              </a:xfrm>
              <a:custGeom>
                <a:avLst/>
                <a:gdLst>
                  <a:gd name="T0" fmla="*/ 10 w 77"/>
                  <a:gd name="T1" fmla="*/ 122 h 122"/>
                  <a:gd name="T2" fmla="*/ 0 w 77"/>
                  <a:gd name="T3" fmla="*/ 115 h 122"/>
                  <a:gd name="T4" fmla="*/ 62 w 77"/>
                  <a:gd name="T5" fmla="*/ 23 h 122"/>
                  <a:gd name="T6" fmla="*/ 36 w 77"/>
                  <a:gd name="T7" fmla="*/ 11 h 122"/>
                  <a:gd name="T8" fmla="*/ 41 w 77"/>
                  <a:gd name="T9" fmla="*/ 0 h 122"/>
                  <a:gd name="T10" fmla="*/ 73 w 77"/>
                  <a:gd name="T11" fmla="*/ 15 h 122"/>
                  <a:gd name="T12" fmla="*/ 77 w 77"/>
                  <a:gd name="T13" fmla="*/ 19 h 122"/>
                  <a:gd name="T14" fmla="*/ 76 w 77"/>
                  <a:gd name="T15" fmla="*/ 24 h 122"/>
                  <a:gd name="T16" fmla="*/ 10 w 77"/>
                  <a:gd name="T17" fmla="*/ 122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7" h="122">
                    <a:moveTo>
                      <a:pt x="10" y="122"/>
                    </a:moveTo>
                    <a:cubicBezTo>
                      <a:pt x="0" y="115"/>
                      <a:pt x="0" y="115"/>
                      <a:pt x="0" y="115"/>
                    </a:cubicBezTo>
                    <a:cubicBezTo>
                      <a:pt x="62" y="23"/>
                      <a:pt x="62" y="23"/>
                      <a:pt x="62" y="23"/>
                    </a:cubicBezTo>
                    <a:cubicBezTo>
                      <a:pt x="36" y="11"/>
                      <a:pt x="36" y="11"/>
                      <a:pt x="36" y="11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73" y="15"/>
                      <a:pt x="73" y="15"/>
                      <a:pt x="73" y="15"/>
                    </a:cubicBezTo>
                    <a:cubicBezTo>
                      <a:pt x="75" y="16"/>
                      <a:pt x="76" y="17"/>
                      <a:pt x="77" y="19"/>
                    </a:cubicBezTo>
                    <a:cubicBezTo>
                      <a:pt x="77" y="21"/>
                      <a:pt x="77" y="22"/>
                      <a:pt x="76" y="24"/>
                    </a:cubicBezTo>
                    <a:lnTo>
                      <a:pt x="10" y="1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42" name="Freeform 79">
                <a:extLst>
                  <a:ext uri="{FF2B5EF4-FFF2-40B4-BE49-F238E27FC236}">
                    <a16:creationId xmlns:a16="http://schemas.microsoft.com/office/drawing/2014/main" id="{72EF509C-7570-4F0E-AF18-D7E973BC2C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09" y="1925"/>
                <a:ext cx="114" cy="180"/>
              </a:xfrm>
              <a:custGeom>
                <a:avLst/>
                <a:gdLst>
                  <a:gd name="T0" fmla="*/ 67 w 77"/>
                  <a:gd name="T1" fmla="*/ 122 h 122"/>
                  <a:gd name="T2" fmla="*/ 2 w 77"/>
                  <a:gd name="T3" fmla="*/ 24 h 122"/>
                  <a:gd name="T4" fmla="*/ 1 w 77"/>
                  <a:gd name="T5" fmla="*/ 19 h 122"/>
                  <a:gd name="T6" fmla="*/ 4 w 77"/>
                  <a:gd name="T7" fmla="*/ 15 h 122"/>
                  <a:gd name="T8" fmla="*/ 37 w 77"/>
                  <a:gd name="T9" fmla="*/ 0 h 122"/>
                  <a:gd name="T10" fmla="*/ 42 w 77"/>
                  <a:gd name="T11" fmla="*/ 11 h 122"/>
                  <a:gd name="T12" fmla="*/ 15 w 77"/>
                  <a:gd name="T13" fmla="*/ 23 h 122"/>
                  <a:gd name="T14" fmla="*/ 77 w 77"/>
                  <a:gd name="T15" fmla="*/ 115 h 122"/>
                  <a:gd name="T16" fmla="*/ 67 w 77"/>
                  <a:gd name="T17" fmla="*/ 122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7" h="122">
                    <a:moveTo>
                      <a:pt x="67" y="122"/>
                    </a:moveTo>
                    <a:cubicBezTo>
                      <a:pt x="2" y="24"/>
                      <a:pt x="2" y="24"/>
                      <a:pt x="2" y="24"/>
                    </a:cubicBezTo>
                    <a:cubicBezTo>
                      <a:pt x="1" y="22"/>
                      <a:pt x="0" y="21"/>
                      <a:pt x="1" y="19"/>
                    </a:cubicBezTo>
                    <a:cubicBezTo>
                      <a:pt x="1" y="17"/>
                      <a:pt x="2" y="16"/>
                      <a:pt x="4" y="15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42" y="11"/>
                      <a:pt x="42" y="11"/>
                      <a:pt x="42" y="11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77" y="115"/>
                      <a:pt x="77" y="115"/>
                      <a:pt x="77" y="115"/>
                    </a:cubicBezTo>
                    <a:lnTo>
                      <a:pt x="67" y="1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8" name="Group 101">
            <a:extLst>
              <a:ext uri="{FF2B5EF4-FFF2-40B4-BE49-F238E27FC236}">
                <a16:creationId xmlns:a16="http://schemas.microsoft.com/office/drawing/2014/main" id="{9A4CB9D6-D558-4329-A3A2-049089623931}"/>
              </a:ext>
            </a:extLst>
          </p:cNvPr>
          <p:cNvGrpSpPr/>
          <p:nvPr userDrawn="1"/>
        </p:nvGrpSpPr>
        <p:grpSpPr>
          <a:xfrm>
            <a:off x="11407296" y="84265"/>
            <a:ext cx="559449" cy="567718"/>
            <a:chOff x="7824192" y="3447860"/>
            <a:chExt cx="381000" cy="390525"/>
          </a:xfrm>
          <a:solidFill>
            <a:schemeClr val="accent1"/>
          </a:solidFill>
        </p:grpSpPr>
        <p:pic>
          <p:nvPicPr>
            <p:cNvPr id="69" name="Graphic 102">
              <a:extLst>
                <a:ext uri="{FF2B5EF4-FFF2-40B4-BE49-F238E27FC236}">
                  <a16:creationId xmlns:a16="http://schemas.microsoft.com/office/drawing/2014/main" id="{A2D8835B-45CF-4A2B-8DA9-EC5B63E83A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824192" y="3600260"/>
              <a:ext cx="381000" cy="238125"/>
            </a:xfrm>
            <a:prstGeom prst="rect">
              <a:avLst/>
            </a:prstGeom>
          </p:spPr>
        </p:pic>
        <p:pic>
          <p:nvPicPr>
            <p:cNvPr id="70" name="Graphic 103">
              <a:extLst>
                <a:ext uri="{FF2B5EF4-FFF2-40B4-BE49-F238E27FC236}">
                  <a16:creationId xmlns:a16="http://schemas.microsoft.com/office/drawing/2014/main" id="{F65368AD-4461-4E83-9A1B-CD51D326806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824192" y="3447860"/>
              <a:ext cx="381000" cy="238125"/>
            </a:xfrm>
            <a:prstGeom prst="rect">
              <a:avLst/>
            </a:prstGeom>
          </p:spPr>
        </p:pic>
      </p:grpSp>
      <p:sp>
        <p:nvSpPr>
          <p:cNvPr id="71" name="Rectangle: Rounded Corners 10">
            <a:extLst>
              <a:ext uri="{FF2B5EF4-FFF2-40B4-BE49-F238E27FC236}">
                <a16:creationId xmlns:a16="http://schemas.microsoft.com/office/drawing/2014/main" id="{41E5B7EE-A75D-493D-AB76-434D66BB6747}"/>
              </a:ext>
            </a:extLst>
          </p:cNvPr>
          <p:cNvSpPr/>
          <p:nvPr userDrawn="1"/>
        </p:nvSpPr>
        <p:spPr>
          <a:xfrm>
            <a:off x="-1" y="1527151"/>
            <a:ext cx="4013203" cy="305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91440" rIns="0" bIns="45720" rtlCol="0">
            <a:noAutofit/>
          </a:bodyPr>
          <a:lstStyle/>
          <a:p>
            <a:pPr marL="55561" marR="0" lvl="0" indent="0" algn="l" defTabSz="914377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100" b="0" cap="none" baseline="0" noProof="0">
                <a:solidFill>
                  <a:schemeClr val="accent2"/>
                </a:solidFill>
                <a:latin typeface="Graphik Black" panose="020B0A03030202060203" pitchFamily="34" charset="0"/>
              </a:rPr>
              <a:t> </a:t>
            </a:r>
            <a:r>
              <a:rPr lang="en-US" sz="1100" b="1" cap="all">
                <a:solidFill>
                  <a:srgbClr val="7500C0"/>
                </a:solidFill>
                <a:latin typeface="Graphik" panose="020B0503030202060203" pitchFamily="34" charset="0"/>
              </a:rPr>
              <a:t>Professional and academic background</a:t>
            </a:r>
            <a:endParaRPr lang="en-AU" sz="1100" b="0" cap="none" baseline="0">
              <a:solidFill>
                <a:schemeClr val="accent2"/>
              </a:solidFill>
              <a:latin typeface="Graphik Black" panose="020B0A03030202060203" pitchFamily="34" charset="0"/>
            </a:endParaRPr>
          </a:p>
        </p:txBody>
      </p:sp>
      <p:sp>
        <p:nvSpPr>
          <p:cNvPr id="31" name="Rectangle: Rounded Corners 10">
            <a:extLst>
              <a:ext uri="{FF2B5EF4-FFF2-40B4-BE49-F238E27FC236}">
                <a16:creationId xmlns:a16="http://schemas.microsoft.com/office/drawing/2014/main" id="{EDCB3B12-D62F-42E1-88AC-56FF1042E3CC}"/>
              </a:ext>
            </a:extLst>
          </p:cNvPr>
          <p:cNvSpPr/>
          <p:nvPr userDrawn="1"/>
        </p:nvSpPr>
        <p:spPr>
          <a:xfrm>
            <a:off x="0" y="4195942"/>
            <a:ext cx="4013203" cy="305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91440" rIns="0" bIns="45720" rtlCol="0">
            <a:noAutofit/>
          </a:bodyPr>
          <a:lstStyle/>
          <a:p>
            <a:pPr marL="55561" lvl="0" indent="0" defTabSz="914377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 sz="1100" b="0" cap="none" baseline="0" noProof="0">
                <a:solidFill>
                  <a:schemeClr val="accent2"/>
                </a:solidFill>
                <a:latin typeface="Graphik Black" panose="020B0A03030202060203" pitchFamily="34" charset="0"/>
              </a:rPr>
              <a:t> SKILLS &amp; CERTIFICATIONS</a:t>
            </a:r>
            <a:endParaRPr lang="en-AU" sz="1100" b="0" cap="none" baseline="0">
              <a:solidFill>
                <a:schemeClr val="accent2"/>
              </a:solidFill>
              <a:latin typeface="Graphik Black" panose="020B0A03030202060203" pitchFamily="34" charset="0"/>
            </a:endParaRP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047FEDD9-553E-4955-9149-6E9344E9E38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8790" y="1064142"/>
            <a:ext cx="3460703" cy="221599"/>
          </a:xfrm>
          <a:noFill/>
        </p:spPr>
        <p:txBody>
          <a:bodyPr wrap="square" lIns="0" tIns="0" rIns="0" bIns="0">
            <a:spAutoFit/>
          </a:bodyPr>
          <a:lstStyle>
            <a:lvl1pPr marL="0">
              <a:lnSpc>
                <a:spcPct val="80000"/>
              </a:lnSpc>
              <a:spcAft>
                <a:spcPts val="0"/>
              </a:spcAft>
              <a:defRPr sz="1800" cap="all" normalizeH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ROLE</a:t>
            </a:r>
          </a:p>
        </p:txBody>
      </p:sp>
      <p:sp>
        <p:nvSpPr>
          <p:cNvPr id="33" name="Rectangle: Rounded Corners 10">
            <a:extLst>
              <a:ext uri="{FF2B5EF4-FFF2-40B4-BE49-F238E27FC236}">
                <a16:creationId xmlns:a16="http://schemas.microsoft.com/office/drawing/2014/main" id="{7D54ABB5-A3FE-4237-A161-52154AA3CCD9}"/>
              </a:ext>
            </a:extLst>
          </p:cNvPr>
          <p:cNvSpPr/>
          <p:nvPr userDrawn="1"/>
        </p:nvSpPr>
        <p:spPr>
          <a:xfrm>
            <a:off x="0" y="5707522"/>
            <a:ext cx="3992845" cy="305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91440" rIns="0" bIns="45720" rtlCol="0">
            <a:noAutofit/>
          </a:bodyPr>
          <a:lstStyle/>
          <a:p>
            <a:pPr marL="55561" marR="0" lvl="0" indent="0" algn="l" defTabSz="914377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100" b="1" kern="1200">
                <a:solidFill>
                  <a:schemeClr val="accent2"/>
                </a:solidFill>
                <a:latin typeface="+mj-lt"/>
                <a:ea typeface="+mn-ea"/>
                <a:cs typeface="Arial" panose="020B0604020202020204" pitchFamily="34" charset="0"/>
              </a:rPr>
              <a:t> INDUSTRIES</a:t>
            </a:r>
            <a:endParaRPr lang="en-AU" sz="1100" b="1" kern="1200">
              <a:solidFill>
                <a:schemeClr val="accent2"/>
              </a:solidFill>
              <a:latin typeface="+mj-lt"/>
              <a:ea typeface="+mn-ea"/>
              <a:cs typeface="Arial" panose="020B0604020202020204" pitchFamily="34" charset="0"/>
            </a:endParaRPr>
          </a:p>
          <a:p>
            <a:pPr marL="55561" lvl="0" indent="0" defTabSz="914377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endParaRPr lang="en-AU" sz="1100" b="0" cap="none" baseline="0">
              <a:solidFill>
                <a:schemeClr val="accent2"/>
              </a:solidFill>
              <a:latin typeface="Graphik Black" panose="020B0A03030202060203" pitchFamily="34" charset="0"/>
            </a:endParaRPr>
          </a:p>
        </p:txBody>
      </p:sp>
      <p:sp>
        <p:nvSpPr>
          <p:cNvPr id="35" name="Text Placeholder 131">
            <a:extLst>
              <a:ext uri="{FF2B5EF4-FFF2-40B4-BE49-F238E27FC236}">
                <a16:creationId xmlns:a16="http://schemas.microsoft.com/office/drawing/2014/main" id="{7D4DA43C-5EC7-43C8-9820-DD3BA62967A2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68360" y="4546549"/>
            <a:ext cx="1829981" cy="114439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227011" indent="-171450">
              <a:spcAft>
                <a:spcPts val="0"/>
              </a:spcAft>
              <a:buFont typeface="Arial" panose="020B0604020202020204" pitchFamily="34" charset="0"/>
              <a:buChar char="•"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52" name="Text Placeholder 131">
            <a:extLst>
              <a:ext uri="{FF2B5EF4-FFF2-40B4-BE49-F238E27FC236}">
                <a16:creationId xmlns:a16="http://schemas.microsoft.com/office/drawing/2014/main" id="{097ED99D-BC02-4487-94BD-0E440E52C286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68360" y="6013182"/>
            <a:ext cx="3835282" cy="79044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227011" indent="-171450">
              <a:spcAft>
                <a:spcPts val="0"/>
              </a:spcAft>
              <a:buFont typeface="Arial" panose="020B0604020202020204" pitchFamily="34" charset="0"/>
              <a:buChar char="•"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endParaRPr lang="en-US"/>
          </a:p>
        </p:txBody>
      </p:sp>
      <p:sp>
        <p:nvSpPr>
          <p:cNvPr id="26" name="Text Placeholder 131">
            <a:extLst>
              <a:ext uri="{FF2B5EF4-FFF2-40B4-BE49-F238E27FC236}">
                <a16:creationId xmlns:a16="http://schemas.microsoft.com/office/drawing/2014/main" id="{5FA1FEB5-4C05-4A40-A583-7329D7C4E4C8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2006600" y="4546549"/>
            <a:ext cx="1907221" cy="114439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227011" indent="-171450">
              <a:spcAft>
                <a:spcPts val="0"/>
              </a:spcAft>
              <a:buFont typeface="Arial" panose="020B0604020202020204" pitchFamily="34" charset="0"/>
              <a:buChar char="•"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3234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>
            <a:extLst>
              <a:ext uri="{FF2B5EF4-FFF2-40B4-BE49-F238E27FC236}">
                <a16:creationId xmlns:a16="http://schemas.microsoft.com/office/drawing/2014/main" id="{CBA48427-9E4C-46A3-A8DA-41590B35B83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6" name="Objekt 5" hidden="1">
                        <a:extLst>
                          <a:ext uri="{FF2B5EF4-FFF2-40B4-BE49-F238E27FC236}">
                            <a16:creationId xmlns:a16="http://schemas.microsoft.com/office/drawing/2014/main" id="{CBA48427-9E4C-46A3-A8DA-41590B35B83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" name="Rectangle: Diagonal Corners Rounded 56">
            <a:extLst>
              <a:ext uri="{FF2B5EF4-FFF2-40B4-BE49-F238E27FC236}">
                <a16:creationId xmlns:a16="http://schemas.microsoft.com/office/drawing/2014/main" id="{7765C9F2-C31D-4312-8AC6-8F646D882133}"/>
              </a:ext>
            </a:extLst>
          </p:cNvPr>
          <p:cNvSpPr/>
          <p:nvPr userDrawn="1"/>
        </p:nvSpPr>
        <p:spPr>
          <a:xfrm>
            <a:off x="0" y="0"/>
            <a:ext cx="3913821" cy="1527151"/>
          </a:xfrm>
          <a:prstGeom prst="round2DiagRect">
            <a:avLst/>
          </a:prstGeom>
          <a:solidFill>
            <a:srgbClr val="750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/>
          </a:p>
        </p:txBody>
      </p:sp>
      <p:sp>
        <p:nvSpPr>
          <p:cNvPr id="58" name="Rechteck 9">
            <a:extLst>
              <a:ext uri="{FF2B5EF4-FFF2-40B4-BE49-F238E27FC236}">
                <a16:creationId xmlns:a16="http://schemas.microsoft.com/office/drawing/2014/main" id="{E20DDD5B-5D0F-4068-8427-767F68BBFF04}"/>
              </a:ext>
            </a:extLst>
          </p:cNvPr>
          <p:cNvSpPr/>
          <p:nvPr userDrawn="1"/>
        </p:nvSpPr>
        <p:spPr>
          <a:xfrm flipH="1">
            <a:off x="-1" y="0"/>
            <a:ext cx="4013203" cy="68646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680" tIns="22840" rIns="45680" bIns="22840" rtlCol="0" anchor="ctr"/>
          <a:lstStyle/>
          <a:p>
            <a:pPr algn="ctr" defTabSz="228394"/>
            <a:endParaRPr lang="de-DE" sz="933" b="0" cap="none" spc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/>
            </a:endParaRPr>
          </a:p>
        </p:txBody>
      </p:sp>
      <p:sp>
        <p:nvSpPr>
          <p:cNvPr id="59" name="Text Placeholder 9">
            <a:extLst>
              <a:ext uri="{FF2B5EF4-FFF2-40B4-BE49-F238E27FC236}">
                <a16:creationId xmlns:a16="http://schemas.microsoft.com/office/drawing/2014/main" id="{82FC41C2-A308-445D-B715-8DB7BDBFBBF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5999" y="265492"/>
            <a:ext cx="3085376" cy="305660"/>
          </a:xfrm>
          <a:noFill/>
        </p:spPr>
        <p:txBody>
          <a:bodyPr wrap="square" lIns="0" tIns="0" rIns="0" bIns="0">
            <a:spAutoFit/>
          </a:bodyPr>
          <a:lstStyle>
            <a:lvl1pPr marL="0">
              <a:lnSpc>
                <a:spcPct val="80000"/>
              </a:lnSpc>
              <a:spcAft>
                <a:spcPts val="0"/>
              </a:spcAft>
              <a:defRPr sz="2400" cap="all" normalizeH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Prénom  nom</a:t>
            </a:r>
          </a:p>
        </p:txBody>
      </p:sp>
      <p:sp>
        <p:nvSpPr>
          <p:cNvPr id="60" name="Text Placeholder 131">
            <a:extLst>
              <a:ext uri="{FF2B5EF4-FFF2-40B4-BE49-F238E27FC236}">
                <a16:creationId xmlns:a16="http://schemas.microsoft.com/office/drawing/2014/main" id="{76F4FEFD-C1F9-4798-A034-8C14D63D14C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539" y="1878030"/>
            <a:ext cx="3835282" cy="224123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55561" indent="0">
              <a:buFont typeface="Arial" panose="020B0604020202020204" pitchFamily="34" charset="0"/>
              <a:buNone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fr-FR"/>
              <a:t>XXX</a:t>
            </a:r>
            <a:endParaRPr lang="en-GB"/>
          </a:p>
          <a:p>
            <a:endParaRPr lang="en-US"/>
          </a:p>
        </p:txBody>
      </p:sp>
      <p:sp>
        <p:nvSpPr>
          <p:cNvPr id="61" name="Text Placeholder 131">
            <a:extLst>
              <a:ext uri="{FF2B5EF4-FFF2-40B4-BE49-F238E27FC236}">
                <a16:creationId xmlns:a16="http://schemas.microsoft.com/office/drawing/2014/main" id="{BC080545-AEB9-4F86-8398-811B30C5DE4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21461" y="690297"/>
            <a:ext cx="7992000" cy="6113327"/>
          </a:xfrm>
          <a:noFill/>
          <a:ln>
            <a:solidFill>
              <a:schemeClr val="accent1">
                <a:lumMod val="20000"/>
                <a:lumOff val="80000"/>
              </a:schemeClr>
            </a:solidFill>
            <a:prstDash val="sysDot"/>
          </a:ln>
        </p:spPr>
        <p:txBody>
          <a:bodyPr lIns="72000" tIns="72000" rIns="36000">
            <a:noAutofit/>
          </a:bodyPr>
          <a:lstStyle>
            <a:lvl1pPr marL="55561" indent="0">
              <a:buFont typeface="Arial" panose="020B0604020202020204" pitchFamily="34" charset="0"/>
              <a:buNone/>
              <a:defRPr sz="1150" b="0" i="1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spcAft>
                <a:spcPts val="400"/>
              </a:spcAft>
              <a:buFontTx/>
              <a:buNone/>
              <a:defRPr sz="750">
                <a:solidFill>
                  <a:schemeClr val="tx1"/>
                </a:solidFill>
              </a:defRPr>
            </a:lvl2pPr>
            <a:lvl3pPr indent="-72000">
              <a:spcBef>
                <a:spcPts val="0"/>
              </a:spcBef>
              <a:spcAft>
                <a:spcPts val="400"/>
              </a:spcAft>
              <a:defRPr sz="1100"/>
            </a:lvl3pPr>
          </a:lstStyle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900" b="1" i="0" u="none" strike="noStrike" kern="1200" cap="none" spc="0" normalizeH="0" baseline="0" noProof="0">
                <a:ln>
                  <a:noFill/>
                </a:ln>
                <a:solidFill>
                  <a:srgbClr val="7500C0">
                    <a:lumMod val="40000"/>
                    <a:lumOff val="60000"/>
                  </a:srgbClr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RÔLE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5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NOM DU CLIENT, Nom du Projet, Date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Activités</a:t>
            </a: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principales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900" b="1" i="0" u="none" strike="noStrike" kern="1200" cap="none" spc="0" normalizeH="0" baseline="0" noProof="0">
                <a:ln>
                  <a:noFill/>
                </a:ln>
                <a:solidFill>
                  <a:srgbClr val="7500C0">
                    <a:lumMod val="40000"/>
                    <a:lumOff val="60000"/>
                  </a:srgbClr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RÔLE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5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NOM DU CLIENT, Nom du Projet, Date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Activités principales</a:t>
            </a: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r>
              <a:rPr kumimoji="0" lang="en-US" sz="8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Arial" panose="020B0604020202020204" pitchFamily="34" charset="0"/>
              </a:rPr>
              <a:t>Xxx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227011" marR="0" lvl="0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Arial" panose="020B0604020202020204" pitchFamily="34" charset="0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SzPct val="100000"/>
              <a:buFont typeface="Arial" panose="020B0604020202020204" pitchFamily="34" charset="0"/>
              <a:buChar char="•"/>
              <a:tabLst>
                <a:tab pos="132160" algn="l"/>
              </a:tabLst>
              <a:defRPr/>
            </a:pPr>
            <a:endParaRPr lang="en-US"/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C3E51176-9D52-44A0-9889-3A59D253018E}"/>
              </a:ext>
            </a:extLst>
          </p:cNvPr>
          <p:cNvGrpSpPr/>
          <p:nvPr userDrawn="1"/>
        </p:nvGrpSpPr>
        <p:grpSpPr>
          <a:xfrm>
            <a:off x="4108888" y="175145"/>
            <a:ext cx="7140359" cy="396009"/>
            <a:chOff x="4108888" y="175145"/>
            <a:chExt cx="7140359" cy="396009"/>
          </a:xfrm>
        </p:grpSpPr>
        <p:sp>
          <p:nvSpPr>
            <p:cNvPr id="64" name="Rectangle: Rounded Corners 98">
              <a:extLst>
                <a:ext uri="{FF2B5EF4-FFF2-40B4-BE49-F238E27FC236}">
                  <a16:creationId xmlns:a16="http://schemas.microsoft.com/office/drawing/2014/main" id="{3DC0D7D1-1EC6-44B1-A838-6B332020B5A0}"/>
                </a:ext>
              </a:extLst>
            </p:cNvPr>
            <p:cNvSpPr/>
            <p:nvPr userDrawn="1"/>
          </p:nvSpPr>
          <p:spPr>
            <a:xfrm>
              <a:off x="4171251" y="175145"/>
              <a:ext cx="7077996" cy="396007"/>
            </a:xfrm>
            <a:prstGeom prst="roundRect">
              <a:avLst>
                <a:gd name="adj" fmla="val 50000"/>
              </a:avLst>
            </a:prstGeom>
            <a:solidFill>
              <a:srgbClr val="6D047E">
                <a:alpha val="10000"/>
              </a:srgb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0" tIns="36000" rIns="36000" bIns="36000" rtlCol="0" anchor="ctr"/>
            <a:lstStyle/>
            <a:p>
              <a:pPr marL="55561" marR="0" lvl="0" indent="0" algn="l" defTabSz="914377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100" b="1" i="0" u="none" strike="noStrike" kern="1200" cap="all" spc="0" normalizeH="0" baseline="0" noProof="0">
                  <a:ln>
                    <a:noFill/>
                  </a:ln>
                  <a:solidFill>
                    <a:srgbClr val="7500C0"/>
                  </a:solidFill>
                  <a:effectLst/>
                  <a:uLnTx/>
                  <a:uFillTx/>
                  <a:latin typeface="Graphik" panose="020B0503030202060203" pitchFamily="34" charset="0"/>
                </a:rPr>
                <a:t>EXPéRIENCES SIGNIFICATIVES</a:t>
              </a:r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B601A531-BE0D-4A47-964F-AB4D15ECD3D7}"/>
                </a:ext>
              </a:extLst>
            </p:cNvPr>
            <p:cNvSpPr/>
            <p:nvPr userDrawn="1"/>
          </p:nvSpPr>
          <p:spPr>
            <a:xfrm>
              <a:off x="4108888" y="175147"/>
              <a:ext cx="400526" cy="396007"/>
            </a:xfrm>
            <a:prstGeom prst="ellipse">
              <a:avLst/>
            </a:prstGeom>
            <a:solidFill>
              <a:schemeClr val="accent2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000" b="1">
                <a:latin typeface="Graphik" panose="020B0503030202060203" pitchFamily="34" charset="0"/>
              </a:endParaRPr>
            </a:p>
          </p:txBody>
        </p:sp>
        <p:grpSp>
          <p:nvGrpSpPr>
            <p:cNvPr id="68" name="trophy win award best prize reward recognition top performer star">
              <a:extLst>
                <a:ext uri="{FF2B5EF4-FFF2-40B4-BE49-F238E27FC236}">
                  <a16:creationId xmlns:a16="http://schemas.microsoft.com/office/drawing/2014/main" id="{2476699F-7FD2-43D7-92C2-3976B9CCC33A}"/>
                </a:ext>
              </a:extLst>
            </p:cNvPr>
            <p:cNvGrpSpPr>
              <a:grpSpLocks noChangeAspect="1"/>
            </p:cNvGrpSpPr>
            <p:nvPr userDrawn="1"/>
          </p:nvGrpSpPr>
          <p:grpSpPr bwMode="auto">
            <a:xfrm>
              <a:off x="4207228" y="220266"/>
              <a:ext cx="203845" cy="305764"/>
              <a:chOff x="6609" y="1719"/>
              <a:chExt cx="284" cy="426"/>
            </a:xfrm>
            <a:solidFill>
              <a:schemeClr val="bg1"/>
            </a:solidFill>
          </p:grpSpPr>
          <p:sp>
            <p:nvSpPr>
              <p:cNvPr id="69" name="Freeform 75">
                <a:extLst>
                  <a:ext uri="{FF2B5EF4-FFF2-40B4-BE49-F238E27FC236}">
                    <a16:creationId xmlns:a16="http://schemas.microsoft.com/office/drawing/2014/main" id="{1530B87D-77B9-4CE1-99B3-257BB3FF941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36" y="2091"/>
                <a:ext cx="230" cy="54"/>
              </a:xfrm>
              <a:custGeom>
                <a:avLst/>
                <a:gdLst>
                  <a:gd name="T0" fmla="*/ 150 w 156"/>
                  <a:gd name="T1" fmla="*/ 36 h 36"/>
                  <a:gd name="T2" fmla="*/ 6 w 156"/>
                  <a:gd name="T3" fmla="*/ 36 h 36"/>
                  <a:gd name="T4" fmla="*/ 0 w 156"/>
                  <a:gd name="T5" fmla="*/ 30 h 36"/>
                  <a:gd name="T6" fmla="*/ 0 w 156"/>
                  <a:gd name="T7" fmla="*/ 6 h 36"/>
                  <a:gd name="T8" fmla="*/ 6 w 156"/>
                  <a:gd name="T9" fmla="*/ 0 h 36"/>
                  <a:gd name="T10" fmla="*/ 150 w 156"/>
                  <a:gd name="T11" fmla="*/ 0 h 36"/>
                  <a:gd name="T12" fmla="*/ 156 w 156"/>
                  <a:gd name="T13" fmla="*/ 6 h 36"/>
                  <a:gd name="T14" fmla="*/ 156 w 156"/>
                  <a:gd name="T15" fmla="*/ 30 h 36"/>
                  <a:gd name="T16" fmla="*/ 150 w 156"/>
                  <a:gd name="T17" fmla="*/ 36 h 36"/>
                  <a:gd name="T18" fmla="*/ 12 w 156"/>
                  <a:gd name="T19" fmla="*/ 24 h 36"/>
                  <a:gd name="T20" fmla="*/ 144 w 156"/>
                  <a:gd name="T21" fmla="*/ 24 h 36"/>
                  <a:gd name="T22" fmla="*/ 144 w 156"/>
                  <a:gd name="T23" fmla="*/ 12 h 36"/>
                  <a:gd name="T24" fmla="*/ 12 w 156"/>
                  <a:gd name="T25" fmla="*/ 12 h 36"/>
                  <a:gd name="T26" fmla="*/ 12 w 156"/>
                  <a:gd name="T27" fmla="*/ 24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56" h="36">
                    <a:moveTo>
                      <a:pt x="150" y="36"/>
                    </a:moveTo>
                    <a:cubicBezTo>
                      <a:pt x="6" y="36"/>
                      <a:pt x="6" y="36"/>
                      <a:pt x="6" y="36"/>
                    </a:cubicBezTo>
                    <a:cubicBezTo>
                      <a:pt x="3" y="36"/>
                      <a:pt x="0" y="33"/>
                      <a:pt x="0" y="30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150" y="0"/>
                      <a:pt x="150" y="0"/>
                      <a:pt x="150" y="0"/>
                    </a:cubicBezTo>
                    <a:cubicBezTo>
                      <a:pt x="154" y="0"/>
                      <a:pt x="156" y="3"/>
                      <a:pt x="156" y="6"/>
                    </a:cubicBezTo>
                    <a:cubicBezTo>
                      <a:pt x="156" y="30"/>
                      <a:pt x="156" y="30"/>
                      <a:pt x="156" y="30"/>
                    </a:cubicBezTo>
                    <a:cubicBezTo>
                      <a:pt x="156" y="33"/>
                      <a:pt x="154" y="36"/>
                      <a:pt x="150" y="36"/>
                    </a:cubicBezTo>
                    <a:close/>
                    <a:moveTo>
                      <a:pt x="12" y="24"/>
                    </a:moveTo>
                    <a:cubicBezTo>
                      <a:pt x="144" y="24"/>
                      <a:pt x="144" y="24"/>
                      <a:pt x="144" y="24"/>
                    </a:cubicBezTo>
                    <a:cubicBezTo>
                      <a:pt x="144" y="12"/>
                      <a:pt x="144" y="12"/>
                      <a:pt x="144" y="12"/>
                    </a:cubicBezTo>
                    <a:cubicBezTo>
                      <a:pt x="12" y="12"/>
                      <a:pt x="12" y="12"/>
                      <a:pt x="12" y="12"/>
                    </a:cubicBezTo>
                    <a:lnTo>
                      <a:pt x="12" y="2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70" name="Freeform 76">
                <a:extLst>
                  <a:ext uri="{FF2B5EF4-FFF2-40B4-BE49-F238E27FC236}">
                    <a16:creationId xmlns:a16="http://schemas.microsoft.com/office/drawing/2014/main" id="{0301ABAD-9225-408E-82DF-24182EC919E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71" y="1860"/>
                <a:ext cx="161" cy="249"/>
              </a:xfrm>
              <a:custGeom>
                <a:avLst/>
                <a:gdLst>
                  <a:gd name="T0" fmla="*/ 66 w 109"/>
                  <a:gd name="T1" fmla="*/ 169 h 169"/>
                  <a:gd name="T2" fmla="*/ 42 w 109"/>
                  <a:gd name="T3" fmla="*/ 169 h 169"/>
                  <a:gd name="T4" fmla="*/ 36 w 109"/>
                  <a:gd name="T5" fmla="*/ 164 h 169"/>
                  <a:gd name="T6" fmla="*/ 0 w 109"/>
                  <a:gd name="T7" fmla="*/ 8 h 169"/>
                  <a:gd name="T8" fmla="*/ 3 w 109"/>
                  <a:gd name="T9" fmla="*/ 2 h 169"/>
                  <a:gd name="T10" fmla="*/ 9 w 109"/>
                  <a:gd name="T11" fmla="*/ 1 h 169"/>
                  <a:gd name="T12" fmla="*/ 100 w 109"/>
                  <a:gd name="T13" fmla="*/ 1 h 169"/>
                  <a:gd name="T14" fmla="*/ 106 w 109"/>
                  <a:gd name="T15" fmla="*/ 2 h 169"/>
                  <a:gd name="T16" fmla="*/ 108 w 109"/>
                  <a:gd name="T17" fmla="*/ 8 h 169"/>
                  <a:gd name="T18" fmla="*/ 72 w 109"/>
                  <a:gd name="T19" fmla="*/ 164 h 169"/>
                  <a:gd name="T20" fmla="*/ 66 w 109"/>
                  <a:gd name="T21" fmla="*/ 169 h 169"/>
                  <a:gd name="T22" fmla="*/ 47 w 109"/>
                  <a:gd name="T23" fmla="*/ 157 h 169"/>
                  <a:gd name="T24" fmla="*/ 61 w 109"/>
                  <a:gd name="T25" fmla="*/ 157 h 169"/>
                  <a:gd name="T26" fmla="*/ 94 w 109"/>
                  <a:gd name="T27" fmla="*/ 17 h 169"/>
                  <a:gd name="T28" fmla="*/ 15 w 109"/>
                  <a:gd name="T29" fmla="*/ 17 h 169"/>
                  <a:gd name="T30" fmla="*/ 47 w 109"/>
                  <a:gd name="T31" fmla="*/ 157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09" h="169">
                    <a:moveTo>
                      <a:pt x="66" y="169"/>
                    </a:moveTo>
                    <a:cubicBezTo>
                      <a:pt x="42" y="169"/>
                      <a:pt x="42" y="169"/>
                      <a:pt x="42" y="169"/>
                    </a:cubicBezTo>
                    <a:cubicBezTo>
                      <a:pt x="39" y="169"/>
                      <a:pt x="37" y="167"/>
                      <a:pt x="36" y="164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6"/>
                      <a:pt x="1" y="4"/>
                      <a:pt x="3" y="2"/>
                    </a:cubicBezTo>
                    <a:cubicBezTo>
                      <a:pt x="4" y="1"/>
                      <a:pt x="7" y="0"/>
                      <a:pt x="9" y="1"/>
                    </a:cubicBezTo>
                    <a:cubicBezTo>
                      <a:pt x="40" y="17"/>
                      <a:pt x="69" y="17"/>
                      <a:pt x="100" y="1"/>
                    </a:cubicBezTo>
                    <a:cubicBezTo>
                      <a:pt x="102" y="0"/>
                      <a:pt x="104" y="1"/>
                      <a:pt x="106" y="2"/>
                    </a:cubicBezTo>
                    <a:cubicBezTo>
                      <a:pt x="108" y="4"/>
                      <a:pt x="109" y="6"/>
                      <a:pt x="108" y="8"/>
                    </a:cubicBezTo>
                    <a:cubicBezTo>
                      <a:pt x="72" y="164"/>
                      <a:pt x="72" y="164"/>
                      <a:pt x="72" y="164"/>
                    </a:cubicBezTo>
                    <a:cubicBezTo>
                      <a:pt x="71" y="167"/>
                      <a:pt x="69" y="169"/>
                      <a:pt x="66" y="169"/>
                    </a:cubicBezTo>
                    <a:close/>
                    <a:moveTo>
                      <a:pt x="47" y="157"/>
                    </a:moveTo>
                    <a:cubicBezTo>
                      <a:pt x="61" y="157"/>
                      <a:pt x="61" y="157"/>
                      <a:pt x="61" y="157"/>
                    </a:cubicBezTo>
                    <a:cubicBezTo>
                      <a:pt x="94" y="17"/>
                      <a:pt x="94" y="17"/>
                      <a:pt x="94" y="17"/>
                    </a:cubicBezTo>
                    <a:cubicBezTo>
                      <a:pt x="68" y="27"/>
                      <a:pt x="41" y="27"/>
                      <a:pt x="15" y="17"/>
                    </a:cubicBezTo>
                    <a:lnTo>
                      <a:pt x="47" y="15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71" name="Freeform 77">
                <a:extLst>
                  <a:ext uri="{FF2B5EF4-FFF2-40B4-BE49-F238E27FC236}">
                    <a16:creationId xmlns:a16="http://schemas.microsoft.com/office/drawing/2014/main" id="{E4579AF6-A0F9-4167-89DE-116F3F242AA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89" y="1719"/>
                <a:ext cx="124" cy="124"/>
              </a:xfrm>
              <a:custGeom>
                <a:avLst/>
                <a:gdLst>
                  <a:gd name="T0" fmla="*/ 42 w 84"/>
                  <a:gd name="T1" fmla="*/ 84 h 84"/>
                  <a:gd name="T2" fmla="*/ 0 w 84"/>
                  <a:gd name="T3" fmla="*/ 42 h 84"/>
                  <a:gd name="T4" fmla="*/ 42 w 84"/>
                  <a:gd name="T5" fmla="*/ 0 h 84"/>
                  <a:gd name="T6" fmla="*/ 84 w 84"/>
                  <a:gd name="T7" fmla="*/ 42 h 84"/>
                  <a:gd name="T8" fmla="*/ 42 w 84"/>
                  <a:gd name="T9" fmla="*/ 84 h 84"/>
                  <a:gd name="T10" fmla="*/ 42 w 84"/>
                  <a:gd name="T11" fmla="*/ 12 h 84"/>
                  <a:gd name="T12" fmla="*/ 12 w 84"/>
                  <a:gd name="T13" fmla="*/ 42 h 84"/>
                  <a:gd name="T14" fmla="*/ 42 w 84"/>
                  <a:gd name="T15" fmla="*/ 72 h 84"/>
                  <a:gd name="T16" fmla="*/ 72 w 84"/>
                  <a:gd name="T17" fmla="*/ 42 h 84"/>
                  <a:gd name="T18" fmla="*/ 42 w 84"/>
                  <a:gd name="T19" fmla="*/ 12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4" h="84">
                    <a:moveTo>
                      <a:pt x="42" y="84"/>
                    </a:moveTo>
                    <a:cubicBezTo>
                      <a:pt x="19" y="84"/>
                      <a:pt x="0" y="65"/>
                      <a:pt x="0" y="42"/>
                    </a:cubicBezTo>
                    <a:cubicBezTo>
                      <a:pt x="0" y="19"/>
                      <a:pt x="19" y="0"/>
                      <a:pt x="42" y="0"/>
                    </a:cubicBezTo>
                    <a:cubicBezTo>
                      <a:pt x="65" y="0"/>
                      <a:pt x="84" y="19"/>
                      <a:pt x="84" y="42"/>
                    </a:cubicBezTo>
                    <a:cubicBezTo>
                      <a:pt x="84" y="65"/>
                      <a:pt x="65" y="84"/>
                      <a:pt x="42" y="84"/>
                    </a:cubicBezTo>
                    <a:close/>
                    <a:moveTo>
                      <a:pt x="42" y="12"/>
                    </a:moveTo>
                    <a:cubicBezTo>
                      <a:pt x="26" y="12"/>
                      <a:pt x="12" y="25"/>
                      <a:pt x="12" y="42"/>
                    </a:cubicBezTo>
                    <a:cubicBezTo>
                      <a:pt x="12" y="59"/>
                      <a:pt x="26" y="72"/>
                      <a:pt x="42" y="72"/>
                    </a:cubicBezTo>
                    <a:cubicBezTo>
                      <a:pt x="59" y="72"/>
                      <a:pt x="72" y="59"/>
                      <a:pt x="72" y="42"/>
                    </a:cubicBezTo>
                    <a:cubicBezTo>
                      <a:pt x="72" y="25"/>
                      <a:pt x="59" y="12"/>
                      <a:pt x="42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88" name="Freeform 78">
                <a:extLst>
                  <a:ext uri="{FF2B5EF4-FFF2-40B4-BE49-F238E27FC236}">
                    <a16:creationId xmlns:a16="http://schemas.microsoft.com/office/drawing/2014/main" id="{D418FA72-AB87-46D0-9E89-F288475438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79" y="1925"/>
                <a:ext cx="114" cy="180"/>
              </a:xfrm>
              <a:custGeom>
                <a:avLst/>
                <a:gdLst>
                  <a:gd name="T0" fmla="*/ 10 w 77"/>
                  <a:gd name="T1" fmla="*/ 122 h 122"/>
                  <a:gd name="T2" fmla="*/ 0 w 77"/>
                  <a:gd name="T3" fmla="*/ 115 h 122"/>
                  <a:gd name="T4" fmla="*/ 62 w 77"/>
                  <a:gd name="T5" fmla="*/ 23 h 122"/>
                  <a:gd name="T6" fmla="*/ 36 w 77"/>
                  <a:gd name="T7" fmla="*/ 11 h 122"/>
                  <a:gd name="T8" fmla="*/ 41 w 77"/>
                  <a:gd name="T9" fmla="*/ 0 h 122"/>
                  <a:gd name="T10" fmla="*/ 73 w 77"/>
                  <a:gd name="T11" fmla="*/ 15 h 122"/>
                  <a:gd name="T12" fmla="*/ 77 w 77"/>
                  <a:gd name="T13" fmla="*/ 19 h 122"/>
                  <a:gd name="T14" fmla="*/ 76 w 77"/>
                  <a:gd name="T15" fmla="*/ 24 h 122"/>
                  <a:gd name="T16" fmla="*/ 10 w 77"/>
                  <a:gd name="T17" fmla="*/ 122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7" h="122">
                    <a:moveTo>
                      <a:pt x="10" y="122"/>
                    </a:moveTo>
                    <a:cubicBezTo>
                      <a:pt x="0" y="115"/>
                      <a:pt x="0" y="115"/>
                      <a:pt x="0" y="115"/>
                    </a:cubicBezTo>
                    <a:cubicBezTo>
                      <a:pt x="62" y="23"/>
                      <a:pt x="62" y="23"/>
                      <a:pt x="62" y="23"/>
                    </a:cubicBezTo>
                    <a:cubicBezTo>
                      <a:pt x="36" y="11"/>
                      <a:pt x="36" y="11"/>
                      <a:pt x="36" y="11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73" y="15"/>
                      <a:pt x="73" y="15"/>
                      <a:pt x="73" y="15"/>
                    </a:cubicBezTo>
                    <a:cubicBezTo>
                      <a:pt x="75" y="16"/>
                      <a:pt x="76" y="17"/>
                      <a:pt x="77" y="19"/>
                    </a:cubicBezTo>
                    <a:cubicBezTo>
                      <a:pt x="77" y="21"/>
                      <a:pt x="77" y="22"/>
                      <a:pt x="76" y="24"/>
                    </a:cubicBezTo>
                    <a:lnTo>
                      <a:pt x="10" y="1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100" name="Freeform 79">
                <a:extLst>
                  <a:ext uri="{FF2B5EF4-FFF2-40B4-BE49-F238E27FC236}">
                    <a16:creationId xmlns:a16="http://schemas.microsoft.com/office/drawing/2014/main" id="{1E28F628-2379-409C-8684-FA1728A8B4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09" y="1925"/>
                <a:ext cx="114" cy="180"/>
              </a:xfrm>
              <a:custGeom>
                <a:avLst/>
                <a:gdLst>
                  <a:gd name="T0" fmla="*/ 67 w 77"/>
                  <a:gd name="T1" fmla="*/ 122 h 122"/>
                  <a:gd name="T2" fmla="*/ 2 w 77"/>
                  <a:gd name="T3" fmla="*/ 24 h 122"/>
                  <a:gd name="T4" fmla="*/ 1 w 77"/>
                  <a:gd name="T5" fmla="*/ 19 h 122"/>
                  <a:gd name="T6" fmla="*/ 4 w 77"/>
                  <a:gd name="T7" fmla="*/ 15 h 122"/>
                  <a:gd name="T8" fmla="*/ 37 w 77"/>
                  <a:gd name="T9" fmla="*/ 0 h 122"/>
                  <a:gd name="T10" fmla="*/ 42 w 77"/>
                  <a:gd name="T11" fmla="*/ 11 h 122"/>
                  <a:gd name="T12" fmla="*/ 15 w 77"/>
                  <a:gd name="T13" fmla="*/ 23 h 122"/>
                  <a:gd name="T14" fmla="*/ 77 w 77"/>
                  <a:gd name="T15" fmla="*/ 115 h 122"/>
                  <a:gd name="T16" fmla="*/ 67 w 77"/>
                  <a:gd name="T17" fmla="*/ 122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7" h="122">
                    <a:moveTo>
                      <a:pt x="67" y="122"/>
                    </a:moveTo>
                    <a:cubicBezTo>
                      <a:pt x="2" y="24"/>
                      <a:pt x="2" y="24"/>
                      <a:pt x="2" y="24"/>
                    </a:cubicBezTo>
                    <a:cubicBezTo>
                      <a:pt x="1" y="22"/>
                      <a:pt x="0" y="21"/>
                      <a:pt x="1" y="19"/>
                    </a:cubicBezTo>
                    <a:cubicBezTo>
                      <a:pt x="1" y="17"/>
                      <a:pt x="2" y="16"/>
                      <a:pt x="4" y="15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42" y="11"/>
                      <a:pt x="42" y="11"/>
                      <a:pt x="42" y="11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77" y="115"/>
                      <a:pt x="77" y="115"/>
                      <a:pt x="77" y="115"/>
                    </a:cubicBezTo>
                    <a:lnTo>
                      <a:pt x="67" y="1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01" name="Group 101">
            <a:extLst>
              <a:ext uri="{FF2B5EF4-FFF2-40B4-BE49-F238E27FC236}">
                <a16:creationId xmlns:a16="http://schemas.microsoft.com/office/drawing/2014/main" id="{DFA93745-192C-4540-9787-AE8F361061A3}"/>
              </a:ext>
            </a:extLst>
          </p:cNvPr>
          <p:cNvGrpSpPr/>
          <p:nvPr userDrawn="1"/>
        </p:nvGrpSpPr>
        <p:grpSpPr>
          <a:xfrm>
            <a:off x="11407296" y="84265"/>
            <a:ext cx="559449" cy="567718"/>
            <a:chOff x="7824192" y="3447860"/>
            <a:chExt cx="381000" cy="390525"/>
          </a:xfrm>
          <a:solidFill>
            <a:schemeClr val="accent1"/>
          </a:solidFill>
        </p:grpSpPr>
        <p:pic>
          <p:nvPicPr>
            <p:cNvPr id="102" name="Graphic 102">
              <a:extLst>
                <a:ext uri="{FF2B5EF4-FFF2-40B4-BE49-F238E27FC236}">
                  <a16:creationId xmlns:a16="http://schemas.microsoft.com/office/drawing/2014/main" id="{7B821BD6-B088-4171-A842-028D60945A8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824192" y="3600260"/>
              <a:ext cx="381000" cy="238125"/>
            </a:xfrm>
            <a:prstGeom prst="rect">
              <a:avLst/>
            </a:prstGeom>
          </p:spPr>
        </p:pic>
        <p:pic>
          <p:nvPicPr>
            <p:cNvPr id="103" name="Graphic 103">
              <a:extLst>
                <a:ext uri="{FF2B5EF4-FFF2-40B4-BE49-F238E27FC236}">
                  <a16:creationId xmlns:a16="http://schemas.microsoft.com/office/drawing/2014/main" id="{83238B4C-6AAE-47E6-93F8-C1BAC9D54BA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824192" y="3447860"/>
              <a:ext cx="381000" cy="238125"/>
            </a:xfrm>
            <a:prstGeom prst="rect">
              <a:avLst/>
            </a:prstGeom>
          </p:spPr>
        </p:pic>
      </p:grpSp>
      <p:sp>
        <p:nvSpPr>
          <p:cNvPr id="104" name="Rectangle: Rounded Corners 10">
            <a:extLst>
              <a:ext uri="{FF2B5EF4-FFF2-40B4-BE49-F238E27FC236}">
                <a16:creationId xmlns:a16="http://schemas.microsoft.com/office/drawing/2014/main" id="{C8346483-7DEA-40C6-844D-EEB55AF8AA1C}"/>
              </a:ext>
            </a:extLst>
          </p:cNvPr>
          <p:cNvSpPr/>
          <p:nvPr userDrawn="1"/>
        </p:nvSpPr>
        <p:spPr>
          <a:xfrm>
            <a:off x="-1" y="1527151"/>
            <a:ext cx="4013203" cy="305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91440" rIns="0" bIns="45720" rtlCol="0">
            <a:noAutofit/>
          </a:bodyPr>
          <a:lstStyle/>
          <a:p>
            <a:pPr marL="55561" lvl="0" indent="0" defTabSz="914377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 sz="1100" b="0" cap="none" baseline="0" noProof="0">
                <a:solidFill>
                  <a:schemeClr val="accent2"/>
                </a:solidFill>
                <a:latin typeface="Graphik Black" panose="020B0A03030202060203" pitchFamily="34" charset="0"/>
              </a:rPr>
              <a:t>PARCOURS PROFESSIONNEL ET ACADÉMIQUE</a:t>
            </a:r>
          </a:p>
        </p:txBody>
      </p:sp>
      <p:sp>
        <p:nvSpPr>
          <p:cNvPr id="105" name="Rectangle: Rounded Corners 10">
            <a:extLst>
              <a:ext uri="{FF2B5EF4-FFF2-40B4-BE49-F238E27FC236}">
                <a16:creationId xmlns:a16="http://schemas.microsoft.com/office/drawing/2014/main" id="{074314DF-E8DE-4257-BB1B-7C50A7FC642B}"/>
              </a:ext>
            </a:extLst>
          </p:cNvPr>
          <p:cNvSpPr/>
          <p:nvPr userDrawn="1"/>
        </p:nvSpPr>
        <p:spPr>
          <a:xfrm>
            <a:off x="0" y="4195942"/>
            <a:ext cx="4013203" cy="305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91440" rIns="0" bIns="45720" rtlCol="0">
            <a:noAutofit/>
          </a:bodyPr>
          <a:lstStyle/>
          <a:p>
            <a:pPr marL="55561" lvl="0" indent="0" defTabSz="914377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 sz="1100" b="0" cap="none" baseline="0" noProof="0">
                <a:solidFill>
                  <a:schemeClr val="accent2"/>
                </a:solidFill>
                <a:latin typeface="Graphik Black" panose="020B0A03030202060203" pitchFamily="34" charset="0"/>
              </a:rPr>
              <a:t> COMPÉTENCES &amp; CERTIFICATIONS</a:t>
            </a:r>
            <a:endParaRPr lang="en-AU" sz="1100" b="0" cap="none" baseline="0">
              <a:solidFill>
                <a:schemeClr val="accent2"/>
              </a:solidFill>
              <a:latin typeface="Graphik Black" panose="020B0A03030202060203" pitchFamily="34" charset="0"/>
            </a:endParaRPr>
          </a:p>
        </p:txBody>
      </p:sp>
      <p:sp>
        <p:nvSpPr>
          <p:cNvPr id="106" name="Text Placeholder 9">
            <a:extLst>
              <a:ext uri="{FF2B5EF4-FFF2-40B4-BE49-F238E27FC236}">
                <a16:creationId xmlns:a16="http://schemas.microsoft.com/office/drawing/2014/main" id="{99C5DC95-2DAC-40D9-BCEA-98D2D3E0BE1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8790" y="1064142"/>
            <a:ext cx="3460703" cy="221599"/>
          </a:xfrm>
          <a:noFill/>
        </p:spPr>
        <p:txBody>
          <a:bodyPr wrap="square" lIns="0" tIns="0" rIns="0" bIns="0">
            <a:spAutoFit/>
          </a:bodyPr>
          <a:lstStyle>
            <a:lvl1pPr marL="0">
              <a:lnSpc>
                <a:spcPct val="80000"/>
              </a:lnSpc>
              <a:spcAft>
                <a:spcPts val="0"/>
              </a:spcAft>
              <a:defRPr sz="1800" cap="all" normalizeH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Rôle</a:t>
            </a:r>
            <a:endParaRPr lang="en-US"/>
          </a:p>
        </p:txBody>
      </p:sp>
      <p:sp>
        <p:nvSpPr>
          <p:cNvPr id="107" name="Rectangle: Rounded Corners 10">
            <a:extLst>
              <a:ext uri="{FF2B5EF4-FFF2-40B4-BE49-F238E27FC236}">
                <a16:creationId xmlns:a16="http://schemas.microsoft.com/office/drawing/2014/main" id="{9A58CF05-3C25-4E49-8BB9-13CB0BAA426E}"/>
              </a:ext>
            </a:extLst>
          </p:cNvPr>
          <p:cNvSpPr/>
          <p:nvPr userDrawn="1"/>
        </p:nvSpPr>
        <p:spPr>
          <a:xfrm>
            <a:off x="0" y="5707522"/>
            <a:ext cx="3992845" cy="305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91440" rIns="0" bIns="45720" rtlCol="0">
            <a:noAutofit/>
          </a:bodyPr>
          <a:lstStyle/>
          <a:p>
            <a:pPr marL="55561" marR="0" lvl="0" indent="0" algn="l" defTabSz="914377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100" b="1" kern="1200">
                <a:solidFill>
                  <a:schemeClr val="accent2"/>
                </a:solidFill>
                <a:latin typeface="+mj-lt"/>
                <a:ea typeface="+mn-ea"/>
                <a:cs typeface="Arial" panose="020B0604020202020204" pitchFamily="34" charset="0"/>
              </a:rPr>
              <a:t> INDUSTRIES</a:t>
            </a:r>
            <a:endParaRPr lang="en-AU" sz="1100" b="1" kern="1200">
              <a:solidFill>
                <a:schemeClr val="accent2"/>
              </a:solidFill>
              <a:latin typeface="+mj-lt"/>
              <a:ea typeface="+mn-ea"/>
              <a:cs typeface="Arial" panose="020B0604020202020204" pitchFamily="34" charset="0"/>
            </a:endParaRPr>
          </a:p>
          <a:p>
            <a:pPr marL="55561" lvl="0" indent="0" defTabSz="914377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endParaRPr lang="en-AU" sz="1100" b="0" cap="none" baseline="0">
              <a:solidFill>
                <a:schemeClr val="accent2"/>
              </a:solidFill>
              <a:latin typeface="Graphik Black" panose="020B0A03030202060203" pitchFamily="34" charset="0"/>
            </a:endParaRPr>
          </a:p>
        </p:txBody>
      </p:sp>
      <p:sp>
        <p:nvSpPr>
          <p:cNvPr id="109" name="Text Placeholder 131">
            <a:extLst>
              <a:ext uri="{FF2B5EF4-FFF2-40B4-BE49-F238E27FC236}">
                <a16:creationId xmlns:a16="http://schemas.microsoft.com/office/drawing/2014/main" id="{8457750B-1B67-4E6F-91F8-E835B830C01B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68360" y="6013182"/>
            <a:ext cx="3835282" cy="79044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227011" indent="-171450">
              <a:spcAft>
                <a:spcPts val="0"/>
              </a:spcAft>
              <a:buFont typeface="Arial" panose="020B0604020202020204" pitchFamily="34" charset="0"/>
              <a:buChar char="•"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endParaRPr lang="en-US"/>
          </a:p>
        </p:txBody>
      </p:sp>
      <p:sp>
        <p:nvSpPr>
          <p:cNvPr id="26" name="Text Placeholder 131">
            <a:extLst>
              <a:ext uri="{FF2B5EF4-FFF2-40B4-BE49-F238E27FC236}">
                <a16:creationId xmlns:a16="http://schemas.microsoft.com/office/drawing/2014/main" id="{5A2EA68B-9BB2-4DDD-BEEF-4E437C63F146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68360" y="4546549"/>
            <a:ext cx="1829981" cy="114439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227011" indent="-171450">
              <a:spcAft>
                <a:spcPts val="0"/>
              </a:spcAft>
              <a:buFont typeface="Arial" panose="020B0604020202020204" pitchFamily="34" charset="0"/>
              <a:buChar char="•"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endParaRPr lang="en-US"/>
          </a:p>
        </p:txBody>
      </p:sp>
      <p:sp>
        <p:nvSpPr>
          <p:cNvPr id="27" name="Text Placeholder 131">
            <a:extLst>
              <a:ext uri="{FF2B5EF4-FFF2-40B4-BE49-F238E27FC236}">
                <a16:creationId xmlns:a16="http://schemas.microsoft.com/office/drawing/2014/main" id="{A26A33F3-D88F-48BE-B4E7-4DFBFB77AD3F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2006600" y="4546549"/>
            <a:ext cx="1907221" cy="1144392"/>
          </a:xfrm>
          <a:noFill/>
          <a:ln>
            <a:noFill/>
          </a:ln>
        </p:spPr>
        <p:txBody>
          <a:bodyPr lIns="72000" rIns="36000">
            <a:noAutofit/>
          </a:bodyPr>
          <a:lstStyle>
            <a:lvl1pPr marL="227011" indent="-171450">
              <a:spcAft>
                <a:spcPts val="0"/>
              </a:spcAft>
              <a:buFont typeface="Arial" panose="020B0604020202020204" pitchFamily="34" charset="0"/>
              <a:buChar char="•"/>
              <a:defRPr sz="1050" b="0" i="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r>
              <a:rPr lang="en-US" err="1"/>
              <a:t>Xx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5316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ropal-CV-pos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E520F-DE57-4581-ADE2-8AC9E61790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1323" y="82409"/>
            <a:ext cx="11676237" cy="1325563"/>
          </a:xfrm>
        </p:spPr>
        <p:txBody>
          <a:bodyPr/>
          <a:lstStyle>
            <a:lvl1pPr>
              <a:defRPr/>
            </a:lvl1pPr>
          </a:lstStyle>
          <a:p>
            <a:r>
              <a:rPr lang="en-US" err="1"/>
              <a:t>Exemple</a:t>
            </a:r>
            <a:r>
              <a:rPr lang="en-US"/>
              <a:t> CV PROPALE</a:t>
            </a:r>
            <a:endParaRPr lang="fr-FR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4A55F280-9F80-491E-B3CD-2B1432489352}"/>
              </a:ext>
            </a:extLst>
          </p:cNvPr>
          <p:cNvSpPr/>
          <p:nvPr userDrawn="1"/>
        </p:nvSpPr>
        <p:spPr>
          <a:xfrm>
            <a:off x="6219285" y="1492048"/>
            <a:ext cx="3600000" cy="4978173"/>
          </a:xfrm>
          <a:prstGeom prst="rect">
            <a:avLst/>
          </a:prstGeom>
          <a:solidFill>
            <a:srgbClr val="E6E6DC">
              <a:alpha val="30000"/>
            </a:srgbClr>
          </a:solidFill>
          <a:ln w="19050">
            <a:noFill/>
            <a:prstDash val="sysDot"/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9" name="Straight Connector 14">
            <a:extLst>
              <a:ext uri="{FF2B5EF4-FFF2-40B4-BE49-F238E27FC236}">
                <a16:creationId xmlns:a16="http://schemas.microsoft.com/office/drawing/2014/main" id="{0B9FDDDF-0F1B-4F63-98D7-45DE47AED2E2}"/>
              </a:ext>
            </a:extLst>
          </p:cNvPr>
          <p:cNvCxnSpPr>
            <a:cxnSpLocks/>
          </p:cNvCxnSpPr>
          <p:nvPr userDrawn="1"/>
        </p:nvCxnSpPr>
        <p:spPr>
          <a:xfrm>
            <a:off x="6415507" y="2740283"/>
            <a:ext cx="3207557" cy="0"/>
          </a:xfrm>
          <a:prstGeom prst="line">
            <a:avLst/>
          </a:prstGeom>
          <a:ln w="28575">
            <a:solidFill>
              <a:srgbClr val="B07BD7"/>
            </a:solidFill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Rectangle 4">
            <a:extLst>
              <a:ext uri="{FF2B5EF4-FFF2-40B4-BE49-F238E27FC236}">
                <a16:creationId xmlns:a16="http://schemas.microsoft.com/office/drawing/2014/main" id="{4551FA48-73AB-4ADA-83D0-2564AFDC7C83}"/>
              </a:ext>
            </a:extLst>
          </p:cNvPr>
          <p:cNvSpPr/>
          <p:nvPr userDrawn="1"/>
        </p:nvSpPr>
        <p:spPr>
          <a:xfrm>
            <a:off x="2352523" y="1485162"/>
            <a:ext cx="3600000" cy="4978208"/>
          </a:xfrm>
          <a:prstGeom prst="rect">
            <a:avLst/>
          </a:prstGeom>
          <a:solidFill>
            <a:srgbClr val="E6E6DC">
              <a:alpha val="30000"/>
            </a:srgbClr>
          </a:solidFill>
          <a:ln w="19050">
            <a:noFill/>
            <a:prstDash val="sysDot"/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17" name="Straight Connector 54">
            <a:extLst>
              <a:ext uri="{FF2B5EF4-FFF2-40B4-BE49-F238E27FC236}">
                <a16:creationId xmlns:a16="http://schemas.microsoft.com/office/drawing/2014/main" id="{AA106F94-889A-4EE2-9022-26EDAC8C17F7}"/>
              </a:ext>
            </a:extLst>
          </p:cNvPr>
          <p:cNvCxnSpPr>
            <a:cxnSpLocks/>
          </p:cNvCxnSpPr>
          <p:nvPr userDrawn="1"/>
        </p:nvCxnSpPr>
        <p:spPr>
          <a:xfrm>
            <a:off x="2548745" y="2740283"/>
            <a:ext cx="3207557" cy="0"/>
          </a:xfrm>
          <a:prstGeom prst="line">
            <a:avLst/>
          </a:prstGeom>
          <a:ln w="28575">
            <a:solidFill>
              <a:srgbClr val="B07BD7"/>
            </a:solidFill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" name="Straight Connector 31">
            <a:extLst>
              <a:ext uri="{FF2B5EF4-FFF2-40B4-BE49-F238E27FC236}">
                <a16:creationId xmlns:a16="http://schemas.microsoft.com/office/drawing/2014/main" id="{E7B84E42-65D1-4A5D-84AE-6472D01E2B94}"/>
              </a:ext>
            </a:extLst>
          </p:cNvPr>
          <p:cNvCxnSpPr>
            <a:cxnSpLocks/>
          </p:cNvCxnSpPr>
          <p:nvPr userDrawn="1"/>
        </p:nvCxnSpPr>
        <p:spPr>
          <a:xfrm>
            <a:off x="6073313" y="1498859"/>
            <a:ext cx="0" cy="4964516"/>
          </a:xfrm>
          <a:prstGeom prst="line">
            <a:avLst/>
          </a:prstGeom>
          <a:ln w="28575">
            <a:solidFill>
              <a:srgbClr val="B07BD7"/>
            </a:solidFill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36354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tags" Target="../tags/tag2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emf"/><Relationship Id="rId6" Type="http://schemas.openxmlformats.org/officeDocument/2006/relationships/image" Target="../media/image2.png"/><Relationship Id="rId7" Type="http://schemas.openxmlformats.org/officeDocument/2006/relationships/image" Target="../media/image3.sv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Relationship Id="rId9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2.xml"/><Relationship Id="rId12" Type="http://schemas.openxmlformats.org/officeDocument/2006/relationships/theme" Target="../theme/theme2.xml"/><Relationship Id="rId13" Type="http://schemas.openxmlformats.org/officeDocument/2006/relationships/tags" Target="../tags/tag3.xml"/><Relationship Id="rId14" Type="http://schemas.openxmlformats.org/officeDocument/2006/relationships/tags" Target="../tags/tag4.xml"/><Relationship Id="rId15" Type="http://schemas.openxmlformats.org/officeDocument/2006/relationships/oleObject" Target="../embeddings/oleObject2.bin"/><Relationship Id="rId16" Type="http://schemas.openxmlformats.org/officeDocument/2006/relationships/image" Target="../media/image4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325BFF72-2306-4FE8-243A-A68004871F0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41093466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25BFF72-2306-4FE8-243A-A68004871F0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30ECA2-8DCA-43AA-8405-1F532ACC0F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717675"/>
            <a:ext cx="11428412" cy="43243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Accenture GTS">
            <a:extLst>
              <a:ext uri="{FF2B5EF4-FFF2-40B4-BE49-F238E27FC236}">
                <a16:creationId xmlns:a16="http://schemas.microsoft.com/office/drawing/2014/main" id="{AC9F4903-0471-4C80-8E15-B8D2D4B3EFC2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1000" y="6474701"/>
            <a:ext cx="190800" cy="209415"/>
          </a:xfrm>
          <a:prstGeom prst="rect">
            <a:avLst/>
          </a:prstGeom>
        </p:spPr>
      </p:pic>
      <p:sp>
        <p:nvSpPr>
          <p:cNvPr id="6" name="Titre 5"/>
          <p:cNvSpPr txBox="1">
            <a:spLocks/>
          </p:cNvSpPr>
          <p:nvPr userDrawn="1"/>
        </p:nvSpPr>
        <p:spPr>
          <a:xfrm>
            <a:off x="264120" y="213062"/>
            <a:ext cx="3093444" cy="36933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/>
              <a:t>Profil </a:t>
            </a:r>
            <a:r>
              <a:rPr lang="fr-FR">
                <a:solidFill>
                  <a:schemeClr val="accent2"/>
                </a:solidFill>
              </a:rPr>
              <a:t>Détaillé</a:t>
            </a:r>
          </a:p>
        </p:txBody>
      </p:sp>
    </p:spTree>
    <p:extLst>
      <p:ext uri="{BB962C8B-B14F-4D97-AF65-F5344CB8AC3E}">
        <p14:creationId xmlns:p14="http://schemas.microsoft.com/office/powerpoint/2010/main" val="2631831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43" r:id="rId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8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j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80000" indent="-18000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000" algn="l" defTabSz="914400" rtl="0" eaLnBrk="1" latinLnBrk="0" hangingPunct="1">
        <a:lnSpc>
          <a:spcPct val="100000"/>
        </a:lnSpc>
        <a:spcBef>
          <a:spcPts val="800"/>
        </a:spcBef>
        <a:buFont typeface="Graphik" panose="020B0503030202060203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18000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16">
          <p15:clr>
            <a:srgbClr val="5ACBF0"/>
          </p15:clr>
        </p15:guide>
        <p15:guide id="24" pos="7439">
          <p15:clr>
            <a:srgbClr val="5ACBF0"/>
          </p15:clr>
        </p15:guide>
        <p15:guide id="25" orient="horz" pos="216">
          <p15:clr>
            <a:srgbClr val="5ACBF0"/>
          </p15:clr>
        </p15:guide>
        <p15:guide id="26" orient="horz" pos="4200">
          <p15:clr>
            <a:srgbClr val="5ACBF0"/>
          </p15:clr>
        </p15:guide>
        <p15:guide id="27" orient="horz" pos="4084">
          <p15:clr>
            <a:srgbClr val="5ACBF0"/>
          </p15:clr>
        </p15:guide>
        <p15:guide id="28" orient="horz" pos="552">
          <p15:clr>
            <a:srgbClr val="9FCC3B"/>
          </p15:clr>
        </p15:guide>
        <p15:guide id="29" orient="horz" pos="3806">
          <p15:clr>
            <a:srgbClr val="C35EA4"/>
          </p15:clr>
        </p15:guide>
        <p15:guide id="30" orient="horz" pos="911">
          <p15:clr>
            <a:srgbClr val="9FCC3B"/>
          </p15:clr>
        </p15:guide>
        <p15:guide id="31" orient="horz" pos="1082">
          <p15:clr>
            <a:srgbClr val="9FCC3B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kt 6" hidden="1">
            <a:extLst>
              <a:ext uri="{FF2B5EF4-FFF2-40B4-BE49-F238E27FC236}">
                <a16:creationId xmlns:a16="http://schemas.microsoft.com/office/drawing/2014/main" id="{7E12BE85-F254-450D-A88B-5B1562465F9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98520916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5" imgW="475" imgH="476" progId="TCLayout.ActiveDocument.1">
                  <p:embed/>
                </p:oleObj>
              </mc:Choice>
              <mc:Fallback>
                <p:oleObj name="think-cell Slide" r:id="rId15" imgW="475" imgH="476" progId="TCLayout.ActiveDocument.1">
                  <p:embed/>
                  <p:pic>
                    <p:nvPicPr>
                      <p:cNvPr id="7" name="Objekt 6" hidden="1">
                        <a:extLst>
                          <a:ext uri="{FF2B5EF4-FFF2-40B4-BE49-F238E27FC236}">
                            <a16:creationId xmlns:a16="http://schemas.microsoft.com/office/drawing/2014/main" id="{7E12BE85-F254-450D-A88B-5B1562465F9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hteck 5" hidden="1">
            <a:extLst>
              <a:ext uri="{FF2B5EF4-FFF2-40B4-BE49-F238E27FC236}">
                <a16:creationId xmlns:a16="http://schemas.microsoft.com/office/drawing/2014/main" id="{ECC37712-52BF-4F9F-A95F-7FF4C27C542A}"/>
              </a:ext>
            </a:extLst>
          </p:cNvPr>
          <p:cNvSpPr/>
          <p:nvPr userDrawn="1">
            <p:custDataLst>
              <p:tags r:id="rId14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US" sz="3600" b="0" i="0" baseline="0">
              <a:latin typeface="Graphik Black" panose="020B0A03030202060203" pitchFamily="34" charset="0"/>
              <a:ea typeface="+mj-ea"/>
              <a:cs typeface="+mj-cs"/>
              <a:sym typeface="Graphik Black" panose="020B0A03030202060203" pitchFamily="34" charset="0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990601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828800"/>
            <a:ext cx="11430000" cy="4686300"/>
          </a:xfrm>
          <a:prstGeom prst="rect">
            <a:avLst/>
          </a:prstGeom>
        </p:spPr>
        <p:txBody>
          <a:bodyPr vert="horz" lIns="0" tIns="9144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C643AA0-9C3C-4E64-A992-B7A8A2CAF9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6202" y="6529169"/>
            <a:ext cx="304799" cy="206375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9AC08D-23A9-440E-BCB9-AA1E9877CC3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65000"/>
                </a:srgbClr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44812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32" r:id="rId1"/>
    <p:sldLayoutId id="2147484333" r:id="rId2"/>
    <p:sldLayoutId id="2147484334" r:id="rId3"/>
    <p:sldLayoutId id="2147484335" r:id="rId4"/>
    <p:sldLayoutId id="2147484336" r:id="rId5"/>
    <p:sldLayoutId id="2147484337" r:id="rId6"/>
    <p:sldLayoutId id="2147484338" r:id="rId7"/>
    <p:sldLayoutId id="2147484339" r:id="rId8"/>
    <p:sldLayoutId id="2147484340" r:id="rId9"/>
    <p:sldLayoutId id="2147484341" r:id="rId10"/>
    <p:sldLayoutId id="2147484342" r:id="rId11"/>
  </p:sldLayoutIdLst>
  <p:hf hdr="0" ftr="0" dt="0"/>
  <p:txStyles>
    <p:titleStyle>
      <a:lvl1pPr marL="0" indent="0" algn="l" defTabSz="914377" rtl="0" eaLnBrk="1" latinLnBrk="0" hangingPunct="1">
        <a:lnSpc>
          <a:spcPct val="70000"/>
        </a:lnSpc>
        <a:spcBef>
          <a:spcPct val="0"/>
        </a:spcBef>
        <a:buNone/>
        <a:defRPr sz="3600" b="0" kern="1200" cap="all" baseline="0">
          <a:solidFill>
            <a:schemeClr val="tx1"/>
          </a:solidFill>
          <a:latin typeface="Graphik Black" panose="020B0A03030202060203" pitchFamily="34" charset="0"/>
          <a:ea typeface="+mj-ea"/>
          <a:cs typeface="+mj-cs"/>
        </a:defRPr>
      </a:lvl1pPr>
    </p:titleStyle>
    <p:bodyStyle>
      <a:lvl1pPr marL="55561" indent="0" algn="l" defTabSz="914377" rtl="0" eaLnBrk="1" latinLnBrk="0" hangingPunct="1">
        <a:lnSpc>
          <a:spcPct val="85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2000" b="0" kern="1200" cap="none" baseline="0">
          <a:solidFill>
            <a:schemeClr val="tx1"/>
          </a:solidFill>
          <a:latin typeface="Graphik Black" panose="020B0A03030202060203" pitchFamily="34" charset="0"/>
          <a:ea typeface="+mn-ea"/>
          <a:cs typeface="+mn-cs"/>
        </a:defRPr>
      </a:lvl1pPr>
      <a:lvl2pPr marL="285744" indent="-230182" algn="l" defTabSz="914377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Graphik Black" panose="020B0A03030202060203" pitchFamily="34" charset="0"/>
          <a:ea typeface="+mn-ea"/>
          <a:cs typeface="Arial" panose="020B0604020202020204" pitchFamily="34" charset="0"/>
        </a:defRPr>
      </a:lvl2pPr>
      <a:lvl3pPr marL="514338" indent="-230182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Graphik" panose="020B0503030202060203" pitchFamily="34" charset="0"/>
        <a:buChar char="–"/>
        <a:defRPr sz="1400" kern="1200">
          <a:solidFill>
            <a:schemeClr val="tx1"/>
          </a:solidFill>
          <a:latin typeface="Graphik" panose="020B0503030202060203" pitchFamily="34" charset="0"/>
          <a:ea typeface="+mn-ea"/>
          <a:cs typeface="Arial" panose="020B0604020202020204" pitchFamily="34" charset="0"/>
        </a:defRPr>
      </a:lvl3pPr>
      <a:lvl4pPr marL="685783" indent="-171446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857229" indent="-177796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Graphik" panose="020B0503030202060203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028674" indent="-17303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55561" indent="0" algn="l" defTabSz="914377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55561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55561" indent="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52">
          <p15:clr>
            <a:srgbClr val="F26B43"/>
          </p15:clr>
        </p15:guide>
        <p15:guide id="2" pos="5640">
          <p15:clr>
            <a:srgbClr val="F26B43"/>
          </p15:clr>
        </p15:guide>
        <p15:guide id="3">
          <p15:clr>
            <a:srgbClr val="F26B43"/>
          </p15:clr>
        </p15:guide>
        <p15:guide id="6" orient="horz">
          <p15:clr>
            <a:srgbClr val="F26B43"/>
          </p15:clr>
        </p15:guide>
        <p15:guide id="8" pos="7680">
          <p15:clr>
            <a:srgbClr val="F26B43"/>
          </p15:clr>
        </p15:guide>
        <p15:guide id="9" pos="240">
          <p15:clr>
            <a:srgbClr val="F26B43"/>
          </p15:clr>
        </p15:guide>
        <p15:guide id="10" orient="horz" pos="4224">
          <p15:clr>
            <a:srgbClr val="F26B43"/>
          </p15:clr>
        </p15:guide>
        <p15:guide id="11" pos="3840">
          <p15:clr>
            <a:srgbClr val="F26B43"/>
          </p15:clr>
        </p15:guide>
        <p15:guide id="13" pos="2040">
          <p15:clr>
            <a:srgbClr val="F26B43"/>
          </p15:clr>
        </p15:guide>
        <p15:guide id="14" pos="7440">
          <p15:clr>
            <a:srgbClr val="F26B43"/>
          </p15:clr>
        </p15:guide>
        <p15:guide id="16" orient="horz" pos="240">
          <p15:clr>
            <a:srgbClr val="F26B43"/>
          </p15:clr>
        </p15:guide>
        <p15:guide id="17" orient="horz" pos="4104">
          <p15:clr>
            <a:srgbClr val="F26B43"/>
          </p15:clr>
        </p15:guide>
        <p15:guide id="18" orient="horz" pos="436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5.xml"/><Relationship Id="rId2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0DCB1-824A-B239-AAFE-0A685DBAB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2">
            <a:extLst>
              <a:ext uri="{FF2B5EF4-FFF2-40B4-BE49-F238E27FC236}">
                <a16:creationId xmlns:a16="http://schemas.microsoft.com/office/drawing/2014/main" id="{BA409314-AD97-3608-626B-F4ADE686DAF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65999" y="265492"/>
            <a:ext cx="3085376" cy="295466"/>
          </a:xfr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>
                <a:solidFill/>
                <a:latin typeface="Graphik Black"/>
              </a:rPr>
              <a:t>I.B.K.</a:t>
            </a:r>
            <a:endParaRPr lang="en-US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C87A4DD6-50C6-B2B0-72D0-E595A4F6E793}"/>
              </a:ext>
            </a:extLst>
          </p:cNvPr>
          <p:cNvSpPr txBox="1">
            <a:spLocks/>
          </p:cNvSpPr>
          <p:nvPr/>
        </p:nvSpPr>
        <p:spPr>
          <a:xfrm>
            <a:off x="178790" y="1064142"/>
            <a:ext cx="3460703" cy="22711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>
            <a:lvl1pPr marL="0" indent="0" algn="l" defTabSz="914377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 kern="1200" cap="all" normalizeH="0" baseline="0">
                <a:solidFill>
                  <a:schemeClr val="bg1"/>
                </a:solidFill>
                <a:latin typeface="Graphik Black" panose="020B0A03030202060203" pitchFamily="34" charset="0"/>
                <a:ea typeface="+mn-ea"/>
                <a:cs typeface="+mn-cs"/>
              </a:defRPr>
            </a:lvl1pPr>
            <a:lvl2pPr marL="285744" indent="-230182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raphik Black" panose="020B0A03030202060203" pitchFamily="34" charset="0"/>
                <a:ea typeface="+mn-ea"/>
                <a:cs typeface="Arial" panose="020B0604020202020204" pitchFamily="34" charset="0"/>
              </a:defRPr>
            </a:lvl2pPr>
            <a:lvl3pPr marL="514338" indent="-230182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400" kern="1200">
                <a:solidFill>
                  <a:schemeClr val="tx1"/>
                </a:solidFill>
                <a:latin typeface="Graphik" panose="020B0503030202060203" pitchFamily="34" charset="0"/>
                <a:ea typeface="+mn-ea"/>
                <a:cs typeface="Arial" panose="020B0604020202020204" pitchFamily="34" charset="0"/>
              </a:defRPr>
            </a:lvl3pPr>
            <a:lvl4pPr marL="685783" indent="-17144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7229" indent="-17779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28674" indent="-17303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5561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55561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61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cap="none">
                <a:solidFill/>
                <a:latin typeface="Graphik Black"/>
              </a:rPr>
              <a:t>Business Operations Analyst</a:t>
            </a:r>
            <a:endParaRPr lang="en-US" dirty="0"/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E5606960-2FE8-3341-9CF3-0486C06ABAE8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98897" y="1794190"/>
            <a:ext cx="3970214" cy="2372294"/>
          </a:xfrm>
        </p:spPr>
        <p:txBody>
          <a:bodyPr vert="horz" lIns="72000" tIns="91440" rIns="36000" bIns="45720" rtlCol="0" anchor="t">
            <a:noAutofit/>
          </a:bodyPr>
          <a:lstStyle/>
          <a:p>
            <a:pPr marL="55245"/>
            <a:r>
              <a:rPr lang="en-US" sz="1000" dirty="0">
                <a:solidFill/>
                <a:latin typeface="Graphik"/>
              </a:rPr>
              <a:t>With 4 years of experience in Governance, Risk and Compliance (GRC), I.B.K has contributed to the digitalization of risk management tools and process automation within public sector, financial, and insurance organizations.</a:t>
            </a:r>
            <a:endParaRPr lang="en-US" dirty="0"/>
          </a:p>
          <a:p>
            <a:pPr marL="55245"/>
            <a:r>
              <a:rPr lang="en-US" sz="1000" dirty="0" err="1">
                <a:solidFill/>
                <a:latin typeface="Graphik"/>
              </a:rPr>
              <a:t>Holding a degree in IT and Information Systems Engineering, she leverages both her technical skills and functional acumen to develop decision-making reports, configure information systems, and support users through adoption.</a:t>
            </a:r>
          </a:p>
          <a:p>
            <a:pPr marL="55245"/>
            <a:r>
              <a:rPr lang="en-US" sz="1000" dirty="0" err="1">
                <a:solidFill/>
                <a:latin typeface="Graphik"/>
              </a:rPr>
              <a:t>Versatile and detail-oriented, I.B.K manages projects end-to-end: from business requirements analysis to BI dashboard implementation, including specification writing, data security, and training delivery.</a:t>
            </a:r>
            <a:endParaRPr lang="en-US" sz="1100" dirty="0">
              <a:latin typeface="Graphik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3FD27F86-5080-5C8C-6999-8100BCC657A4}"/>
              </a:ext>
            </a:extLst>
          </p:cNvPr>
          <p:cNvSpPr txBox="1"/>
          <p:nvPr/>
        </p:nvSpPr>
        <p:spPr>
          <a:xfrm>
            <a:off x="2118651" y="4452065"/>
            <a:ext cx="2228104" cy="155850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26695" indent="-171450" defTabSz="914377" fontAlgn="base">
              <a:lnSpc>
                <a:spcPct val="85000"/>
              </a:lnSpc>
              <a:buFont typeface="Arial" panose="020B0604020202020204" pitchFamily="34" charset="0"/>
              <a:buChar char="•"/>
            </a:pPr>
            <a:r>
              <a:rPr lang="en-US" sz="1000" dirty="0" err="1">
                <a:solidFill/>
                <a:latin typeface="Graphik"/>
              </a:rPr>
              <a:t>Office Software: Excel, Word, PowerPoint.</a:t>
            </a:r>
            <a:endParaRPr lang="en-US" dirty="0"/>
          </a:p>
          <a:p>
            <a:pPr marL="226695" indent="-171450" defTabSz="914377" fontAlgn="base">
              <a:lnSpc>
                <a:spcPct val="85000"/>
              </a:lnSpc>
              <a:buFont typeface="Arial" panose="020B0604020202020204" pitchFamily="34" charset="0"/>
              <a:buChar char="•"/>
            </a:pPr>
            <a:r>
              <a:rPr lang="en-US" sz="1000" dirty="0" err="1">
                <a:solidFill/>
                <a:latin typeface="Graphik"/>
              </a:rPr>
              <a:t>Languages: Python, SQL, JavaScript, VBA.</a:t>
            </a:r>
          </a:p>
          <a:p>
            <a:pPr marL="226695" indent="-171450" defTabSz="914377" fontAlgn="base">
              <a:lnSpc>
                <a:spcPct val="85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solidFill/>
                <a:latin typeface="Graphik"/>
              </a:rPr>
              <a:t>Data &amp; Big Data: Power BI, Hadoop, Cloud</a:t>
            </a:r>
            <a:endParaRPr lang="en-US" sz="1000" dirty="0">
              <a:latin typeface="Graphik"/>
            </a:endParaRPr>
          </a:p>
          <a:p>
            <a:pPr marL="226695" indent="-171450" defTabSz="914377">
              <a:lnSpc>
                <a:spcPct val="85000"/>
              </a:lnSpc>
              <a:buFont typeface="Arial" panose="020B0604020202020204" pitchFamily="34" charset="0"/>
              <a:buChar char="•"/>
            </a:pPr>
            <a:r>
              <a:rPr lang="en-US" sz="1100">
                <a:solidFill/>
                <a:latin typeface="Segoe UI"/>
                <a:cs typeface="Segoe UI"/>
              </a:rPr>
              <a:t>Automation: Power Automate, RPA</a:t>
            </a:r>
            <a:endParaRPr lang="en-US" sz="1000" dirty="0">
              <a:latin typeface="Graphik"/>
            </a:endParaRPr>
          </a:p>
          <a:p>
            <a:pPr marL="226695" indent="-171450" defTabSz="914377" fontAlgn="base">
              <a:lnSpc>
                <a:spcPct val="85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solidFill/>
                <a:latin typeface="Graphik"/>
              </a:rPr>
              <a:t>IRMS: eFront ERM &amp; eFrontAnalytics</a:t>
            </a:r>
            <a:endParaRPr lang="en-US" sz="1000">
              <a:latin typeface="Graphik"/>
            </a:endParaRPr>
          </a:p>
          <a:p>
            <a:pPr marL="226695" indent="-171450" defTabSz="914377">
              <a:lnSpc>
                <a:spcPct val="85000"/>
              </a:lnSpc>
              <a:buFont typeface="Arial" panose="020B0604020202020204" pitchFamily="34" charset="0"/>
              <a:buChar char="•"/>
            </a:pPr>
            <a:r>
              <a:rPr lang="en-US" sz="1000">
                <a:solidFill/>
                <a:latin typeface="Graphik"/>
              </a:rPr>
              <a:t>Agentic AI</a:t>
            </a:r>
            <a:endParaRPr lang="en-US" sz="1000" dirty="0">
              <a:latin typeface="Graphik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9C3488E-022E-407D-1F89-C426EA51B347}"/>
              </a:ext>
            </a:extLst>
          </p:cNvPr>
          <p:cNvSpPr/>
          <p:nvPr/>
        </p:nvSpPr>
        <p:spPr>
          <a:xfrm rot="1525758">
            <a:off x="10076348" y="170992"/>
            <a:ext cx="1806157" cy="4844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EN ANONYMISED</a:t>
            </a:r>
            <a:endParaRPr kumimoji="0" lang="en-GB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495FCAD6-6A04-82CF-3B0A-3D124DB6C223}"/>
              </a:ext>
            </a:extLst>
          </p:cNvPr>
          <p:cNvSpPr txBox="1"/>
          <p:nvPr/>
        </p:nvSpPr>
        <p:spPr>
          <a:xfrm>
            <a:off x="165999" y="6015885"/>
            <a:ext cx="1414884" cy="35394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27011" lvl="0" indent="-171450" defTabSz="914377" fontAlgn="base">
              <a:lnSpc>
                <a:spcPct val="85000"/>
              </a:lnSpc>
              <a:buFont typeface="Arial" panose="020B0604020202020204" pitchFamily="34" charset="0"/>
              <a:buChar char="•"/>
            </a:pPr>
            <a:r>
              <a:rPr lang="en-US" sz="1000">
                <a:solidFill/>
                <a:latin typeface="Graphik" panose="020B0503030202060203" pitchFamily="34" charset="0"/>
              </a:rPr>
              <a:t>Banking</a:t>
            </a:r>
          </a:p>
          <a:p>
            <a:pPr marL="227011" lvl="0" indent="-171450" defTabSz="914377" fontAlgn="base">
              <a:lnSpc>
                <a:spcPct val="85000"/>
              </a:lnSpc>
              <a:buFont typeface="Arial" panose="020B0604020202020204" pitchFamily="34" charset="0"/>
              <a:buChar char="•"/>
            </a:pPr>
            <a:r>
              <a:rPr lang="en-US" sz="1000">
                <a:solidFill/>
                <a:latin typeface="Graphik" panose="020B0503030202060203" pitchFamily="34" charset="0"/>
              </a:rPr>
              <a:t>Insurance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5EE308F-F36A-13F2-1684-A18D39EF3EFA}"/>
              </a:ext>
            </a:extLst>
          </p:cNvPr>
          <p:cNvSpPr/>
          <p:nvPr/>
        </p:nvSpPr>
        <p:spPr>
          <a:xfrm>
            <a:off x="4346755" y="450025"/>
            <a:ext cx="7320637" cy="664464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lvl="1">
              <a:defRPr/>
            </a:pPr>
            <a:endParaRPr lang="fr-FR" sz="1100" b="1" i="1">
              <a:solidFill>
                <a:srgbClr val="7500C0"/>
              </a:solidFill>
              <a:latin typeface="Graphik"/>
              <a:cs typeface="Arial"/>
            </a:endParaRPr>
          </a:p>
          <a:p>
            <a:pPr marL="0" lvl="1">
              <a:lnSpc>
                <a:spcPct val="85000"/>
              </a:lnSpc>
              <a:defRPr/>
            </a:pPr>
            <a:r>
              <a:rPr lang="fr-FR" sz="1100" b="1" i="1" dirty="0">
                <a:solidFill>
                  <a:srgbClr val="7500C0"/>
                </a:solidFill>
                <a:latin typeface="Calibri"/>
                <a:ea typeface="Calibri"/>
                <a:cs typeface="Calibri"/>
              </a:rPr>
              <a:t>BUSINESS ANALYST – MUTUAL INSURANCE</a:t>
            </a:r>
            <a:endParaRPr lang="en-US" sz="11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171450" lvl="1" indent="-171450">
              <a:lnSpc>
                <a:spcPct val="85000"/>
              </a:lnSpc>
              <a:buFont typeface="Arial"/>
              <a:buChar char="•"/>
              <a:defRPr/>
            </a:pPr>
            <a:r>
              <a:rPr lang="fr-FR" sz="1100">
                <a:solidFill>
                  <a:srgbClr val="000000"/>
                </a:solidFill>
                <a:latin typeface="Graphik"/>
                <a:cs typeface="Arial"/>
              </a:rPr>
              <a:t>Upgrade of a risk management tool</a:t>
            </a:r>
          </a:p>
          <a:p>
            <a:pPr marL="171450" lvl="1" indent="-171450">
              <a:lnSpc>
                <a:spcPct val="85000"/>
              </a:lnSpc>
              <a:buFont typeface="Arial"/>
              <a:buChar char="•"/>
              <a:defRPr/>
            </a:pPr>
            <a:r>
              <a:rPr lang="fr-FR" sz="1100">
                <a:solidFill>
                  <a:srgbClr val="000000"/>
                </a:solidFill>
                <a:latin typeface="Graphik"/>
                <a:cs typeface="Arial"/>
              </a:rPr>
              <a:t>Facilitation of business workshops</a:t>
            </a:r>
          </a:p>
          <a:p>
            <a:pPr marL="171450" lvl="1" indent="-171450">
              <a:lnSpc>
                <a:spcPct val="85000"/>
              </a:lnSpc>
              <a:buFont typeface="Arial"/>
              <a:buChar char="•"/>
              <a:defRPr/>
            </a:pPr>
            <a:r>
              <a:rPr lang="fr-FR" sz="1100">
                <a:solidFill>
                  <a:srgbClr val="000000"/>
                </a:solidFill>
                <a:latin typeface="Graphik"/>
                <a:cs typeface="Arial"/>
              </a:rPr>
              <a:t>Scoping, analysis and structuring of requirements</a:t>
            </a:r>
          </a:p>
          <a:p>
            <a:pPr marL="171450" lvl="1" indent="-171450">
              <a:lnSpc>
                <a:spcPct val="85000"/>
              </a:lnSpc>
              <a:buFont typeface="Arial"/>
              <a:buChar char="•"/>
              <a:defRPr/>
            </a:pPr>
            <a:r>
              <a:rPr lang="fr-FR" sz="1100">
                <a:solidFill>
                  <a:srgbClr val="000000"/>
                </a:solidFill>
                <a:latin typeface="Graphik"/>
                <a:cs typeface="Arial"/>
              </a:rPr>
              <a:t>Process and data modeling (data model, SQL mapping)</a:t>
            </a:r>
          </a:p>
          <a:p>
            <a:pPr marL="171450" lvl="1" indent="-171450">
              <a:lnSpc>
                <a:spcPct val="85000"/>
              </a:lnSpc>
              <a:buFont typeface="Arial"/>
              <a:buChar char="•"/>
              <a:defRPr/>
            </a:pPr>
            <a:r>
              <a:rPr lang="fr-FR" sz="1100">
                <a:solidFill>
                  <a:srgbClr val="000000"/>
                </a:solidFill>
                <a:latin typeface="Graphik"/>
                <a:cs typeface="Arial"/>
              </a:rPr>
              <a:t>Drafting detailed functional specifications (FR / EN)</a:t>
            </a:r>
          </a:p>
          <a:p>
            <a:pPr marL="171450" lvl="1" indent="-171450">
              <a:lnSpc>
                <a:spcPct val="85000"/>
              </a:lnSpc>
              <a:buFont typeface="Arial"/>
              <a:buChar char="•"/>
              <a:defRPr/>
            </a:pPr>
            <a:r>
              <a:rPr lang="fr-FR" sz="1100">
                <a:solidFill>
                  <a:srgbClr val="000000"/>
                </a:solidFill>
                <a:latin typeface="Graphik"/>
                <a:cs typeface="Arial"/>
              </a:rPr>
              <a:t>Design and execution of functional tests</a:t>
            </a:r>
          </a:p>
          <a:p>
            <a:pPr marL="171450" lvl="1" indent="-171450">
              <a:lnSpc>
                <a:spcPct val="85000"/>
              </a:lnSpc>
              <a:buFont typeface="Arial"/>
              <a:buChar char="•"/>
              <a:defRPr/>
            </a:pPr>
            <a:r>
              <a:rPr lang="fr-FR" sz="1100">
                <a:solidFill>
                  <a:srgbClr val="000000"/>
                </a:solidFill>
                <a:latin typeface="Graphik"/>
                <a:cs typeface="Arial"/>
              </a:rPr>
              <a:t>Defect management and Jira tracking</a:t>
            </a:r>
          </a:p>
          <a:p>
            <a:pPr marL="171450" lvl="1" indent="-171450">
              <a:lnSpc>
                <a:spcPct val="85000"/>
              </a:lnSpc>
              <a:buFont typeface="Arial"/>
              <a:buChar char="•"/>
              <a:defRPr/>
            </a:pPr>
            <a:r>
              <a:rPr lang="fr-FR" sz="1100">
                <a:solidFill>
                  <a:srgbClr val="000000"/>
                </a:solidFill>
                <a:latin typeface="Graphik"/>
                <a:cs typeface="Arial"/>
              </a:rPr>
              <a:t>User training and post-deployment support</a:t>
            </a:r>
          </a:p>
          <a:p>
            <a:pPr marL="0" lvl="1">
              <a:defRPr/>
            </a:pPr>
            <a:endParaRPr lang="fr-FR" sz="1100" b="1" i="1">
              <a:solidFill>
                <a:srgbClr val="7500C0"/>
              </a:solidFill>
              <a:latin typeface="Graphik"/>
              <a:cs typeface="Arial"/>
            </a:endParaRPr>
          </a:p>
          <a:p>
            <a:pPr marL="0" lvl="1">
              <a:lnSpc>
                <a:spcPct val="85000"/>
              </a:lnSpc>
              <a:defRPr/>
            </a:pPr>
            <a:r>
              <a:rPr lang="fr-FR" sz="1100" b="1" i="1" dirty="0">
                <a:solidFill>
                  <a:srgbClr val="7500C0"/>
                </a:solidFill>
                <a:latin typeface="Calibri"/>
                <a:ea typeface="Calibri"/>
                <a:cs typeface="Calibri"/>
              </a:rPr>
              <a:t>Design of an Automated Testing Robot</a:t>
            </a:r>
            <a:endParaRPr lang="en-US" sz="11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171450" lvl="1" indent="-171450">
              <a:lnSpc>
                <a:spcPct val="85000"/>
              </a:lnSpc>
              <a:buFont typeface="Arial"/>
              <a:buChar char="•"/>
              <a:defRPr/>
            </a:pPr>
            <a:r>
              <a:rPr lang="fr-FR" sz="1100">
                <a:solidFill>
                  <a:srgbClr val="000000"/>
                </a:solidFill>
                <a:latin typeface="Graphik"/>
                <a:cs typeface="Arial"/>
              </a:rPr>
              <a:t>Design and development of an automated testing robot (RPA, Python)</a:t>
            </a:r>
          </a:p>
          <a:p>
            <a:pPr marL="171450" lvl="1" indent="-171450">
              <a:lnSpc>
                <a:spcPct val="85000"/>
              </a:lnSpc>
              <a:buFont typeface="Arial"/>
              <a:buChar char="•"/>
              <a:defRPr/>
            </a:pPr>
            <a:r>
              <a:rPr lang="fr-FR" sz="1100">
                <a:solidFill>
                  <a:srgbClr val="000000"/>
                </a:solidFill>
                <a:latin typeface="Graphik"/>
                <a:cs typeface="Arial"/>
              </a:rPr>
              <a:t>Automation of functional tests on the eFrontERM tool</a:t>
            </a:r>
          </a:p>
          <a:p>
            <a:pPr marL="171450" lvl="1" indent="-171450">
              <a:lnSpc>
                <a:spcPct val="85000"/>
              </a:lnSpc>
              <a:buFont typeface="Arial"/>
              <a:buChar char="•"/>
              <a:defRPr/>
            </a:pPr>
            <a:r>
              <a:rPr lang="fr-FR" sz="1100">
                <a:solidFill>
                  <a:srgbClr val="000000"/>
                </a:solidFill>
                <a:latin typeface="Graphik"/>
                <a:cs typeface="Arial"/>
              </a:rPr>
              <a:t>Writing test scenarios based on functional specifications</a:t>
            </a:r>
          </a:p>
          <a:p>
            <a:pPr marL="171450" lvl="1" indent="-171450">
              <a:lnSpc>
                <a:spcPct val="85000"/>
              </a:lnSpc>
              <a:buFont typeface="Arial"/>
              <a:buChar char="•"/>
              <a:defRPr/>
            </a:pPr>
            <a:r>
              <a:rPr lang="fr-FR" sz="1100">
                <a:solidFill>
                  <a:srgbClr val="000000"/>
                </a:solidFill>
                <a:latin typeface="Graphik"/>
                <a:cs typeface="Arial"/>
              </a:rPr>
              <a:t>Improving application quality and detecting configuration anomalies</a:t>
            </a:r>
          </a:p>
          <a:p>
            <a:pPr marL="0" lvl="1">
              <a:defRPr/>
            </a:pPr>
            <a:endParaRPr lang="fr-FR" sz="1100" b="1" i="1">
              <a:solidFill>
                <a:srgbClr val="7500C0"/>
              </a:solidFill>
              <a:latin typeface="Graphik"/>
              <a:cs typeface="Arial"/>
            </a:endParaRPr>
          </a:p>
          <a:p>
            <a:pPr marL="0" lvl="1">
              <a:lnSpc>
                <a:spcPct val="85000"/>
              </a:lnSpc>
              <a:defRPr/>
            </a:pPr>
            <a:r>
              <a:rPr lang="fr-FR" sz="1100" b="1" i="1" dirty="0">
                <a:solidFill>
                  <a:srgbClr val="7500C0"/>
                </a:solidFill>
                <a:latin typeface="Calibri"/>
                <a:ea typeface="Calibri"/>
                <a:cs typeface="Calibri"/>
              </a:rPr>
              <a:t>AMOA SUPPORT EFRONT-ERM – ASSET MANAGEMENT / SAVINGS</a:t>
            </a:r>
            <a:endParaRPr lang="en-US" sz="11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171450" lvl="1" indent="-171450">
              <a:lnSpc>
                <a:spcPct val="85000"/>
              </a:lnSpc>
              <a:buFont typeface="Arial"/>
              <a:buChar char="•"/>
              <a:defRPr/>
            </a:pPr>
            <a:r>
              <a:rPr lang="fr-FR" sz="1100">
                <a:solidFill>
                  <a:srgbClr val="000000"/>
                </a:solidFill>
                <a:latin typeface="Graphik"/>
                <a:cs typeface="Arial"/>
              </a:rPr>
              <a:t>Supporting the client in the administration and maintenance of the eFrontERM tool</a:t>
            </a:r>
          </a:p>
          <a:p>
            <a:pPr marL="171450" lvl="1" indent="-171450">
              <a:lnSpc>
                <a:spcPct val="85000"/>
              </a:lnSpc>
              <a:buFont typeface="Arial"/>
              <a:buChar char="•"/>
              <a:defRPr/>
            </a:pPr>
            <a:r>
              <a:rPr lang="fr-FR" sz="1100">
                <a:solidFill>
                  <a:srgbClr val="000000"/>
                </a:solidFill>
                <a:latin typeface="Graphik"/>
                <a:cs typeface="Arial"/>
              </a:rPr>
              <a:t>End-user support</a:t>
            </a:r>
          </a:p>
          <a:p>
            <a:pPr marL="171450" lvl="1" indent="-171450">
              <a:lnSpc>
                <a:spcPct val="85000"/>
              </a:lnSpc>
              <a:buFont typeface="Arial"/>
              <a:buChar char="•"/>
              <a:defRPr/>
            </a:pPr>
            <a:r>
              <a:rPr lang="fr-FR" sz="1100">
                <a:solidFill>
                  <a:srgbClr val="000000"/>
                </a:solidFill>
                <a:latin typeface="Graphik"/>
                <a:cs typeface="Arial"/>
              </a:rPr>
              <a:t>Collection and qualification of defects / change requests</a:t>
            </a:r>
          </a:p>
          <a:p>
            <a:pPr marL="171450" lvl="1" indent="-171450">
              <a:lnSpc>
                <a:spcPct val="85000"/>
              </a:lnSpc>
              <a:buFont typeface="Arial"/>
              <a:buChar char="•"/>
              <a:defRPr/>
            </a:pPr>
            <a:r>
              <a:rPr lang="fr-FR" sz="1100">
                <a:solidFill>
                  <a:srgbClr val="000000"/>
                </a:solidFill>
                <a:latin typeface="Graphik"/>
                <a:cs typeface="Arial"/>
              </a:rPr>
              <a:t>Business requirements workshops</a:t>
            </a:r>
          </a:p>
          <a:p>
            <a:pPr marL="171450" lvl="1" indent="-171450">
              <a:lnSpc>
                <a:spcPct val="85000"/>
              </a:lnSpc>
              <a:buFont typeface="Arial"/>
              <a:buChar char="•"/>
              <a:defRPr/>
            </a:pPr>
            <a:r>
              <a:rPr lang="fr-FR" sz="1100">
                <a:solidFill>
                  <a:srgbClr val="000000"/>
                </a:solidFill>
                <a:latin typeface="Graphik"/>
                <a:cs typeface="Arial"/>
              </a:rPr>
              <a:t>Training, documentation management</a:t>
            </a:r>
          </a:p>
          <a:p>
            <a:pPr marL="171450" lvl="1" indent="-171450">
              <a:lnSpc>
                <a:spcPct val="85000"/>
              </a:lnSpc>
              <a:buFont typeface="Arial"/>
              <a:buChar char="•"/>
              <a:defRPr/>
            </a:pPr>
            <a:r>
              <a:rPr lang="fr-FR" sz="1100">
                <a:solidFill>
                  <a:srgbClr val="000000"/>
                </a:solidFill>
                <a:latin typeface="Graphik"/>
                <a:cs typeface="Arial"/>
              </a:rPr>
              <a:t>Organizing UAT and production deployments</a:t>
            </a:r>
          </a:p>
          <a:p>
            <a:pPr marL="0" lvl="1">
              <a:defRPr/>
            </a:pPr>
            <a:endParaRPr lang="fr-FR" sz="1100" b="1" i="1">
              <a:solidFill>
                <a:srgbClr val="7500C0"/>
              </a:solidFill>
              <a:latin typeface="Graphik"/>
              <a:cs typeface="Arial"/>
            </a:endParaRPr>
          </a:p>
          <a:p>
            <a:pPr marL="0" lvl="1">
              <a:lnSpc>
                <a:spcPct val="85000"/>
              </a:lnSpc>
              <a:defRPr/>
            </a:pPr>
            <a:r>
              <a:rPr lang="fr-FR" sz="1100" b="1" i="1" dirty="0">
                <a:solidFill>
                  <a:srgbClr val="7500C0"/>
                </a:solidFill>
                <a:latin typeface="Calibri"/>
                <a:ea typeface="Calibri"/>
                <a:cs typeface="Calibri"/>
              </a:rPr>
              <a:t>IMPLEMENTATION EFRONT-ERM – INTERNATIONAL INSURANCE COMPANY</a:t>
            </a:r>
            <a:endParaRPr lang="en-US" sz="11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171450" lvl="1" indent="-171450">
              <a:lnSpc>
                <a:spcPct val="85000"/>
              </a:lnSpc>
              <a:buFont typeface="Arial"/>
              <a:buChar char="•"/>
              <a:defRPr/>
            </a:pPr>
            <a:r>
              <a:rPr lang="fr-FR" sz="1100">
                <a:solidFill>
                  <a:srgbClr val="000000"/>
                </a:solidFill>
                <a:latin typeface="Graphik"/>
                <a:cs typeface="Arial"/>
              </a:rPr>
              <a:t>Participation in business workshops</a:t>
            </a:r>
          </a:p>
          <a:p>
            <a:pPr marL="171450" lvl="1" indent="-171450">
              <a:lnSpc>
                <a:spcPct val="85000"/>
              </a:lnSpc>
              <a:buFont typeface="Arial"/>
              <a:buChar char="•"/>
              <a:defRPr/>
            </a:pPr>
            <a:r>
              <a:rPr lang="fr-FR" sz="1100">
                <a:solidFill>
                  <a:srgbClr val="000000"/>
                </a:solidFill>
                <a:latin typeface="Graphik"/>
                <a:cs typeface="Arial"/>
              </a:rPr>
              <a:t>Participation in drafting meeting minutes</a:t>
            </a:r>
          </a:p>
          <a:p>
            <a:pPr marL="171450" lvl="1" indent="-171450">
              <a:lnSpc>
                <a:spcPct val="85000"/>
              </a:lnSpc>
              <a:buFont typeface="Arial"/>
              <a:buChar char="•"/>
              <a:defRPr/>
            </a:pPr>
            <a:r>
              <a:rPr lang="fr-FR" sz="1100">
                <a:solidFill>
                  <a:srgbClr val="000000"/>
                </a:solidFill>
                <a:latin typeface="Graphik"/>
                <a:cs typeface="Arial"/>
              </a:rPr>
              <a:t>Writing specifications</a:t>
            </a:r>
          </a:p>
          <a:p>
            <a:pPr marL="171450" lvl="1" indent="-171450">
              <a:lnSpc>
                <a:spcPct val="85000"/>
              </a:lnSpc>
              <a:buFont typeface="Arial"/>
              <a:buChar char="•"/>
              <a:defRPr/>
            </a:pPr>
            <a:r>
              <a:rPr lang="fr-FR" sz="1100">
                <a:solidFill>
                  <a:srgbClr val="000000"/>
                </a:solidFill>
                <a:latin typeface="Graphik"/>
                <a:cs typeface="Arial"/>
              </a:rPr>
              <a:t>Configuration and report implementation</a:t>
            </a:r>
          </a:p>
          <a:p>
            <a:pPr marL="171450" lvl="1" indent="-171450">
              <a:lnSpc>
                <a:spcPct val="85000"/>
              </a:lnSpc>
              <a:buFont typeface="Arial"/>
              <a:buChar char="•"/>
              <a:defRPr/>
            </a:pPr>
            <a:r>
              <a:rPr lang="fr-FR" sz="1100">
                <a:solidFill>
                  <a:srgbClr val="000000"/>
                </a:solidFill>
                <a:latin typeface="Graphik"/>
                <a:cs typeface="Arial"/>
              </a:rPr>
              <a:t>Ticket tracking &amp; bug fixing</a:t>
            </a:r>
          </a:p>
          <a:p>
            <a:pPr marL="0" lvl="1">
              <a:defRPr/>
            </a:pPr>
            <a:endParaRPr lang="fr-FR" sz="1100" b="1" i="1">
              <a:solidFill>
                <a:srgbClr val="7500C0"/>
              </a:solidFill>
              <a:latin typeface="Graphik"/>
              <a:cs typeface="Arial"/>
            </a:endParaRPr>
          </a:p>
          <a:p>
            <a:pPr marL="0" lvl="1">
              <a:lnSpc>
                <a:spcPct val="85000"/>
              </a:lnSpc>
              <a:defRPr/>
            </a:pPr>
            <a:r>
              <a:rPr lang="fr-FR" sz="1100" b="1" i="1" dirty="0">
                <a:solidFill>
                  <a:srgbClr val="7500C0"/>
                </a:solidFill>
                <a:latin typeface="Calibri"/>
                <a:ea typeface="Calibri"/>
                <a:cs typeface="Calibri"/>
              </a:rPr>
              <a:t>IMPLEMENTATION EFRONT-ERM – BANK</a:t>
            </a:r>
            <a:endParaRPr lang="en-US" sz="11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171450" lvl="1" indent="-171450">
              <a:lnSpc>
                <a:spcPct val="85000"/>
              </a:lnSpc>
              <a:buFont typeface="Arial"/>
              <a:buChar char="•"/>
              <a:defRPr/>
            </a:pPr>
            <a:r>
              <a:rPr lang="fr-FR" sz="1100">
                <a:solidFill>
                  <a:srgbClr val="000000"/>
                </a:solidFill>
                <a:latin typeface="Graphik"/>
                <a:cs typeface="Arial"/>
              </a:rPr>
              <a:t>Writing specifications</a:t>
            </a:r>
          </a:p>
          <a:p>
            <a:pPr marL="171450" lvl="1" indent="-171450">
              <a:lnSpc>
                <a:spcPct val="85000"/>
              </a:lnSpc>
              <a:buFont typeface="Arial"/>
              <a:buChar char="•"/>
              <a:defRPr/>
            </a:pPr>
            <a:r>
              <a:rPr lang="fr-FR" sz="1100">
                <a:solidFill>
                  <a:srgbClr val="000000"/>
                </a:solidFill>
                <a:latin typeface="Graphik"/>
                <a:cs typeface="Arial"/>
              </a:rPr>
              <a:t>Solution configuration and feature implementation</a:t>
            </a:r>
          </a:p>
          <a:p>
            <a:pPr marL="171450" lvl="1" indent="-171450">
              <a:lnSpc>
                <a:spcPct val="85000"/>
              </a:lnSpc>
              <a:buFont typeface="Arial"/>
              <a:buChar char="•"/>
              <a:defRPr/>
            </a:pPr>
            <a:r>
              <a:rPr lang="fr-FR" sz="1100">
                <a:solidFill>
                  <a:srgbClr val="000000"/>
                </a:solidFill>
                <a:latin typeface="Graphik"/>
                <a:cs typeface="Arial"/>
              </a:rPr>
              <a:t>Setting up technical alerts</a:t>
            </a:r>
          </a:p>
          <a:p>
            <a:pPr marL="171450" lvl="1" indent="-171450">
              <a:lnSpc>
                <a:spcPct val="85000"/>
              </a:lnSpc>
              <a:buFont typeface="Arial"/>
              <a:buChar char="•"/>
              <a:defRPr/>
            </a:pPr>
            <a:r>
              <a:rPr lang="fr-FR" sz="1100">
                <a:solidFill>
                  <a:srgbClr val="000000"/>
                </a:solidFill>
                <a:latin typeface="Graphik"/>
                <a:cs typeface="Arial"/>
              </a:rPr>
              <a:t>Configuration qualification testing</a:t>
            </a:r>
          </a:p>
          <a:p>
            <a:pPr marL="0" lvl="1">
              <a:defRPr/>
            </a:pPr>
            <a:endParaRPr lang="fr-FR" sz="1100" b="1" i="1">
              <a:solidFill>
                <a:srgbClr val="7500C0"/>
              </a:solidFill>
              <a:latin typeface="Graphik"/>
              <a:cs typeface="Arial"/>
            </a:endParaRPr>
          </a:p>
          <a:p>
            <a:pPr marL="0" lvl="1">
              <a:lnSpc>
                <a:spcPct val="85000"/>
              </a:lnSpc>
              <a:defRPr/>
            </a:pPr>
            <a:r>
              <a:rPr lang="fr-FR" sz="1100" b="1" i="1" dirty="0">
                <a:solidFill>
                  <a:srgbClr val="7500C0"/>
                </a:solidFill>
                <a:latin typeface="Calibri"/>
                <a:ea typeface="Calibri"/>
                <a:cs typeface="Calibri"/>
              </a:rPr>
              <a:t>PREVIOUS EXPERIENCE</a:t>
            </a:r>
            <a:endParaRPr lang="en-US" sz="11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171450" lvl="1" indent="-171450">
              <a:lnSpc>
                <a:spcPct val="85000"/>
              </a:lnSpc>
              <a:buFont typeface="Arial"/>
              <a:buChar char="•"/>
              <a:defRPr/>
            </a:pPr>
            <a:r>
              <a:rPr lang="fr-FR" sz="1100">
                <a:solidFill>
                  <a:srgbClr val="000000"/>
                </a:solidFill>
                <a:latin typeface="Graphik"/>
                <a:cs typeface="Arial"/>
              </a:rPr>
              <a:t>French insurance company – PORTFOLIO MONITORING &amp; DATA ANALYSIS OFFICER</a:t>
            </a:r>
          </a:p>
          <a:p>
            <a:pPr marL="171450" lvl="1" indent="-171450">
              <a:lnSpc>
                <a:spcPct val="85000"/>
              </a:lnSpc>
              <a:buFont typeface="Arial"/>
              <a:buChar char="•"/>
              <a:defRPr/>
            </a:pPr>
            <a:r>
              <a:rPr lang="fr-FR" sz="1100">
                <a:solidFill>
                  <a:srgbClr val="000000"/>
                </a:solidFill>
                <a:latin typeface="Graphik"/>
                <a:cs typeface="Arial"/>
              </a:rPr>
              <a:t>Data collection, aggregation, and cleansing</a:t>
            </a:r>
          </a:p>
          <a:p>
            <a:pPr marL="171450" lvl="1" indent="-171450">
              <a:lnSpc>
                <a:spcPct val="85000"/>
              </a:lnSpc>
              <a:buFont typeface="Arial"/>
              <a:buChar char="•"/>
              <a:defRPr/>
            </a:pPr>
            <a:r>
              <a:rPr lang="fr-FR" sz="1100">
                <a:solidFill>
                  <a:srgbClr val="000000"/>
                </a:solidFill>
                <a:latin typeface="Graphik"/>
                <a:cs typeface="Arial"/>
              </a:rPr>
              <a:t>Development of analyses using Data Visualization tools</a:t>
            </a:r>
          </a:p>
          <a:p>
            <a:pPr marL="171450" lvl="1" indent="-171450">
              <a:lnSpc>
                <a:spcPct val="85000"/>
              </a:lnSpc>
              <a:buFont typeface="Arial"/>
              <a:buChar char="•"/>
              <a:defRPr/>
            </a:pPr>
            <a:r>
              <a:rPr lang="fr-FR" sz="1100">
                <a:solidFill>
                  <a:srgbClr val="000000"/>
                </a:solidFill>
                <a:latin typeface="Graphik"/>
                <a:cs typeface="Arial"/>
              </a:rPr>
              <a:t>Dashboard creation and KPI calculation.</a:t>
            </a:r>
          </a:p>
          <a:p>
            <a:pPr marL="0" lvl="1">
              <a:defRPr/>
            </a:pPr>
            <a:endParaRPr lang="fr-FR" sz="1100" b="1" i="1">
              <a:solidFill>
                <a:srgbClr val="7500C0"/>
              </a:solidFill>
              <a:latin typeface="Graphik"/>
              <a:cs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BA4F68-E414-EDBF-37AE-C4F7E906C9EF}"/>
              </a:ext>
            </a:extLst>
          </p:cNvPr>
          <p:cNvSpPr txBox="1"/>
          <p:nvPr/>
        </p:nvSpPr>
        <p:spPr>
          <a:xfrm>
            <a:off x="1" y="4460585"/>
            <a:ext cx="2039814" cy="100912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fr-FR"/>
            </a:defPPr>
            <a:lvl1pPr marL="227011" indent="-171450" defTabSz="914377" fontAlgn="base">
              <a:lnSpc>
                <a:spcPct val="85000"/>
              </a:lnSpc>
              <a:buFont typeface="Arial" panose="020B0604020202020204" pitchFamily="34" charset="0"/>
              <a:buChar char="•"/>
              <a:defRPr sz="1000">
                <a:latin typeface="Graphik" panose="020B0503030202060203" pitchFamily="34" charset="0"/>
              </a:defRPr>
            </a:lvl1pPr>
          </a:lstStyle>
          <a:p>
            <a:pPr marL="226695"/>
            <a:r>
              <a:rPr lang="en-US" dirty="0">
                <a:solidFill/>
                <a:latin typeface="Graphik"/>
              </a:rPr>
              <a:t>MSc Data Science, School of Dual Competence - Ionis-STM, Paris</a:t>
            </a:r>
          </a:p>
          <a:p>
            <a:pPr marL="226695"/>
            <a:r>
              <a:rPr lang="en-US" dirty="0" err="1">
                <a:solidFill/>
                <a:latin typeface="Graphik"/>
              </a:rPr>
              <a:t>Professional Master's in Insurance and Actuarial Science, Higher Institute of Management of Tunis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5320982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YXZe9Nlzz_Y60IwjdIJ2Q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1_Office Theme">
  <a:themeElements>
    <a:clrScheme name="Accenture 2020">
      <a:dk1>
        <a:srgbClr val="000000"/>
      </a:dk1>
      <a:lt1>
        <a:srgbClr val="FFFFFF"/>
      </a:lt1>
      <a:dk2>
        <a:srgbClr val="96968C"/>
      </a:dk2>
      <a:lt2>
        <a:srgbClr val="E6E6E6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Custom 2">
      <a:majorFont>
        <a:latin typeface="Graphik Semibold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>
        <a:spAutoFit/>
      </a:bodyPr>
      <a:lstStyle>
        <a:defPPr marL="0" algn="l">
          <a:defRPr dirty="0"/>
        </a:defPPr>
      </a:lstStyle>
    </a:txDef>
  </a:objectDefaults>
  <a:extraClrSchemeLst/>
  <a:custClrLst>
    <a:custClr name="Accent Purple 1">
      <a:srgbClr val="B455AA"/>
    </a:custClr>
    <a:custClr name="Accent Purple 2">
      <a:srgbClr val="A055F5"/>
    </a:custClr>
    <a:custClr name="Accent Purple 3">
      <a:srgbClr val="BE82FF"/>
    </a:custClr>
    <a:custClr name="Accent Purple 4">
      <a:srgbClr val="DCAFFF"/>
    </a:custClr>
    <a:custClr name="Accent Purple 5">
      <a:srgbClr val="E6DCFF"/>
    </a:custClr>
  </a:custClrLst>
  <a:extLst>
    <a:ext uri="{05A4C25C-085E-4340-85A3-A5531E510DB2}">
      <thm15:themeFamily xmlns:thm15="http://schemas.microsoft.com/office/thememl/2012/main" name="210039_AS Toolkit 16x9" id="{F507CB6C-8D71-45C2-8E98-5CC4A63C1C0C}" vid="{5D22664C-F3ED-42D9-B06B-6F9F163746D6}"/>
    </a:ext>
  </a:extLst>
</a:theme>
</file>

<file path=ppt/theme/theme2.xml><?xml version="1.0" encoding="utf-8"?>
<a:theme xmlns:a="http://schemas.openxmlformats.org/drawingml/2006/main" name="1_Content Layouts">
  <a:themeElements>
    <a:clrScheme name="CONSULTING">
      <a:dk1>
        <a:srgbClr val="000000"/>
      </a:dk1>
      <a:lt1>
        <a:srgbClr val="FFFFFF"/>
      </a:lt1>
      <a:dk2>
        <a:srgbClr val="BEBEBE"/>
      </a:dk2>
      <a:lt2>
        <a:srgbClr val="969696"/>
      </a:lt2>
      <a:accent1>
        <a:srgbClr val="A100FF"/>
      </a:accent1>
      <a:accent2>
        <a:srgbClr val="7500C0"/>
      </a:accent2>
      <a:accent3>
        <a:srgbClr val="460073"/>
      </a:accent3>
      <a:accent4>
        <a:srgbClr val="BEBEBE"/>
      </a:accent4>
      <a:accent5>
        <a:srgbClr val="969696"/>
      </a:accent5>
      <a:accent6>
        <a:srgbClr val="5A5A5A"/>
      </a:accent6>
      <a:hlink>
        <a:srgbClr val="A100FF"/>
      </a:hlink>
      <a:folHlink>
        <a:srgbClr val="460073"/>
      </a:folHlink>
    </a:clrScheme>
    <a:fontScheme name="Accenture Proposals">
      <a:majorFont>
        <a:latin typeface="Graphik Blac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600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45720" rtlCol="0">
        <a:spAutoFit/>
      </a:bodyPr>
      <a:lstStyle>
        <a:defPPr>
          <a:defRPr sz="1600" dirty="0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Acc_Master_Arial_2017 v1" id="{BFFC7005-D7BE-40E3-83B0-367A400EF32B}" vid="{9EDCCE36-7FD1-489E-AC77-A235F91A6269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4ad9ff9-8ac1-4b49-a800-7eae325a6615">
      <Terms xmlns="http://schemas.microsoft.com/office/infopath/2007/PartnerControls"/>
    </lcf76f155ced4ddcb4097134ff3c332f>
    <TaxCatchAll xmlns="d1b458f1-1a06-4c19-af96-5a16451cac0b" xsi:nil="true"/>
    <SharedWithUsers xmlns="d1b458f1-1a06-4c19-af96-5a16451cac0b">
      <UserInfo>
        <DisplayName>Grelier, Jerome</DisplayName>
        <AccountId>13</AccountId>
        <AccountType/>
      </UserInfo>
    </SharedWithUsers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C66FA772C433646BF5FF3DF5DE542D4" ma:contentTypeVersion="17" ma:contentTypeDescription="Create a new document." ma:contentTypeScope="" ma:versionID="e7872c4886f939f9e8880d2750c16470">
  <xsd:schema xmlns:xsd="http://www.w3.org/2001/XMLSchema" xmlns:xs="http://www.w3.org/2001/XMLSchema" xmlns:p="http://schemas.microsoft.com/office/2006/metadata/properties" xmlns:ns2="54ad9ff9-8ac1-4b49-a800-7eae325a6615" xmlns:ns3="d1b458f1-1a06-4c19-af96-5a16451cac0b" targetNamespace="http://schemas.microsoft.com/office/2006/metadata/properties" ma:root="true" ma:fieldsID="a190762e2318666dc830bc888a2754fe" ns2:_="" ns3:_="">
    <xsd:import namespace="54ad9ff9-8ac1-4b49-a800-7eae325a6615"/>
    <xsd:import namespace="d1b458f1-1a06-4c19-af96-5a16451cac0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4ad9ff9-8ac1-4b49-a800-7eae325a661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6d165d17-9b79-46c3-82b9-c927e733c42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1b458f1-1a06-4c19-af96-5a16451cac0b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57c1cc3c-ec3e-4260-bdfe-6355362f6370}" ma:internalName="TaxCatchAll" ma:showField="CatchAllData" ma:web="d1b458f1-1a06-4c19-af96-5a16451cac0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971A2AF-4E8D-438F-BC21-F41A33244BCD}">
  <ds:schemaRefs>
    <ds:schemaRef ds:uri="http://schemas.microsoft.com/office/2006/documentManagement/types"/>
    <ds:schemaRef ds:uri="http://purl.org/dc/elements/1.1/"/>
    <ds:schemaRef ds:uri="d1b458f1-1a06-4c19-af96-5a16451cac0b"/>
    <ds:schemaRef ds:uri="http://purl.org/dc/terms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schemas.openxmlformats.org/package/2006/metadata/core-properties"/>
    <ds:schemaRef ds:uri="54ad9ff9-8ac1-4b49-a800-7eae325a6615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26F9EFB1-EC38-4E75-B5E4-CF35335CF59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4ad9ff9-8ac1-4b49-a800-7eae325a6615"/>
    <ds:schemaRef ds:uri="d1b458f1-1a06-4c19-af96-5a16451cac0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55D0782-5696-4464-A181-51EA7F81735E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480</Words>
  <Application>Microsoft Office PowerPoint</Application>
  <PresentationFormat>Widescreen</PresentationFormat>
  <Paragraphs>60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0" baseType="lpstr">
      <vt:lpstr>Arial</vt:lpstr>
      <vt:lpstr>Calibri</vt:lpstr>
      <vt:lpstr>Graphik</vt:lpstr>
      <vt:lpstr>Graphik Black</vt:lpstr>
      <vt:lpstr>Graphik Semibold</vt:lpstr>
      <vt:lpstr>Segoe UI</vt:lpstr>
      <vt:lpstr>1_Office Theme</vt:lpstr>
      <vt:lpstr>1_Content Layouts</vt:lpstr>
      <vt:lpstr>think-cell Slide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Lecoffre, Morgane</dc:creator>
  <cp:lastModifiedBy>Ben Khedher, Ibtihel</cp:lastModifiedBy>
  <cp:revision>112</cp:revision>
  <dcterms:created xsi:type="dcterms:W3CDTF">2022-09-05T08:33:58Z</dcterms:created>
  <dcterms:modified xsi:type="dcterms:W3CDTF">2026-04-14T12:58:55Z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0x0101001C66FA772C433646BF5FF3DF5DE542D4</vt:lpwstr>
  </property>
  <property fmtid="{D5CDD505-2E9C-101B-9397-08002B2CF9AE}" pid="3" name="MediaServiceImageTags">
    <vt:lpwstr/>
  </property>
  <property fmtid="{D5CDD505-2E9C-101B-9397-08002B2CF9AE}" pid="4" name="_ExtendedDescription">
    <vt:lpwstr/>
  </property>
  <property fmtid="{D5CDD505-2E9C-101B-9397-08002B2CF9AE}" pid="5" name="Order">
    <vt:r8>42600</vt:r8>
  </property>
  <property fmtid="{D5CDD505-2E9C-101B-9397-08002B2CF9AE}" pid="6" name="xd_Signature">
    <vt:bool>false</vt:bool>
  </property>
  <property fmtid="{D5CDD505-2E9C-101B-9397-08002B2CF9AE}" pid="7" name="xd_ProgID">
    <vt:lpwstr/>
  </property>
  <property fmtid="{D5CDD505-2E9C-101B-9397-08002B2CF9AE}" pid="8" name="ComplianceAssetId">
    <vt:lpwstr/>
  </property>
  <property fmtid="{D5CDD505-2E9C-101B-9397-08002B2CF9AE}" pid="9" name="TemplateUrl">
    <vt:lpwstr/>
  </property>
  <property fmtid="{D5CDD505-2E9C-101B-9397-08002B2CF9AE}" pid="10" name="TriggerFlowInfo">
    <vt:lpwstr/>
  </property>
</Properties>
</file>